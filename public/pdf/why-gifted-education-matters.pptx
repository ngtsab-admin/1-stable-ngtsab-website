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4"/>
  </p:sldMasterIdLst>
  <p:sldIdLst>
    <p:sldId id="256" r:id="rId5"/>
    <p:sldId id="257" r:id="rId6"/>
    <p:sldId id="356" r:id="rId7"/>
    <p:sldId id="262" r:id="rId8"/>
    <p:sldId id="306" r:id="rId9"/>
    <p:sldId id="323" r:id="rId10"/>
    <p:sldId id="315" r:id="rId11"/>
    <p:sldId id="329" r:id="rId12"/>
    <p:sldId id="335" r:id="rId13"/>
    <p:sldId id="296" r:id="rId14"/>
    <p:sldId id="336" r:id="rId15"/>
    <p:sldId id="328" r:id="rId16"/>
    <p:sldId id="332" r:id="rId17"/>
    <p:sldId id="365" r:id="rId18"/>
    <p:sldId id="325" r:id="rId19"/>
    <p:sldId id="327" r:id="rId20"/>
    <p:sldId id="304" r:id="rId21"/>
    <p:sldId id="333" r:id="rId22"/>
    <p:sldId id="369" r:id="rId23"/>
    <p:sldId id="342" r:id="rId24"/>
    <p:sldId id="343" r:id="rId25"/>
    <p:sldId id="345" r:id="rId26"/>
    <p:sldId id="337" r:id="rId27"/>
    <p:sldId id="338" r:id="rId28"/>
    <p:sldId id="339" r:id="rId29"/>
    <p:sldId id="347" r:id="rId30"/>
    <p:sldId id="364" r:id="rId31"/>
    <p:sldId id="341" r:id="rId32"/>
    <p:sldId id="353" r:id="rId33"/>
    <p:sldId id="361" r:id="rId34"/>
    <p:sldId id="358" r:id="rId35"/>
    <p:sldId id="359" r:id="rId36"/>
    <p:sldId id="360" r:id="rId37"/>
    <p:sldId id="362" r:id="rId38"/>
    <p:sldId id="366" r:id="rId39"/>
    <p:sldId id="367" r:id="rId40"/>
    <p:sldId id="363" r:id="rId41"/>
    <p:sldId id="355" r:id="rId42"/>
    <p:sldId id="368" r:id="rId43"/>
    <p:sldId id="357"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28" autoAdjust="0"/>
    <p:restoredTop sz="94660"/>
  </p:normalViewPr>
  <p:slideViewPr>
    <p:cSldViewPr snapToGrid="0">
      <p:cViewPr varScale="1">
        <p:scale>
          <a:sx n="93" d="100"/>
          <a:sy n="93" d="100"/>
        </p:scale>
        <p:origin x="1352" y="5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s>
</file>

<file path=ppt/diagrams/_rels/data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svg"/><Relationship Id="rId3" Type="http://schemas.openxmlformats.org/officeDocument/2006/relationships/image" Target="../media/image9.svg"/><Relationship Id="rId7" Type="http://schemas.openxmlformats.org/officeDocument/2006/relationships/image" Target="../media/image13.svg"/><Relationship Id="rId12" Type="http://schemas.openxmlformats.org/officeDocument/2006/relationships/image" Target="../media/image18.png"/><Relationship Id="rId2" Type="http://schemas.openxmlformats.org/officeDocument/2006/relationships/image" Target="../media/image8.png"/><Relationship Id="rId1" Type="http://schemas.openxmlformats.org/officeDocument/2006/relationships/hyperlink" Target="http://www.casel.org/" TargetMode="External"/><Relationship Id="rId6" Type="http://schemas.openxmlformats.org/officeDocument/2006/relationships/image" Target="../media/image12.png"/><Relationship Id="rId11" Type="http://schemas.openxmlformats.org/officeDocument/2006/relationships/image" Target="../media/image17.svg"/><Relationship Id="rId5" Type="http://schemas.openxmlformats.org/officeDocument/2006/relationships/image" Target="../media/image11.sv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svg"/></Relationships>
</file>

<file path=ppt/diagrams/_rels/data4.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12" Type="http://schemas.openxmlformats.org/officeDocument/2006/relationships/image" Target="../media/image31.sv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11" Type="http://schemas.openxmlformats.org/officeDocument/2006/relationships/image" Target="../media/image30.png"/><Relationship Id="rId5" Type="http://schemas.openxmlformats.org/officeDocument/2006/relationships/image" Target="../media/image24.png"/><Relationship Id="rId10" Type="http://schemas.openxmlformats.org/officeDocument/2006/relationships/image" Target="../media/image29.svg"/><Relationship Id="rId4" Type="http://schemas.openxmlformats.org/officeDocument/2006/relationships/image" Target="../media/image23.svg"/><Relationship Id="rId9" Type="http://schemas.openxmlformats.org/officeDocument/2006/relationships/image" Target="../media/image28.png"/></Relationships>
</file>

<file path=ppt/diagrams/_rels/data12.xml.rels><?xml version="1.0" encoding="UTF-8" standalone="yes"?>
<Relationships xmlns="http://schemas.openxmlformats.org/package/2006/relationships"><Relationship Id="rId8" Type="http://schemas.openxmlformats.org/officeDocument/2006/relationships/image" Target="../media/image46.sv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svg"/><Relationship Id="rId1" Type="http://schemas.openxmlformats.org/officeDocument/2006/relationships/image" Target="../media/image39.png"/><Relationship Id="rId6" Type="http://schemas.openxmlformats.org/officeDocument/2006/relationships/image" Target="../media/image44.svg"/><Relationship Id="rId5" Type="http://schemas.openxmlformats.org/officeDocument/2006/relationships/image" Target="../media/image43.png"/><Relationship Id="rId10" Type="http://schemas.openxmlformats.org/officeDocument/2006/relationships/image" Target="../media/image48.svg"/><Relationship Id="rId4" Type="http://schemas.openxmlformats.org/officeDocument/2006/relationships/image" Target="../media/image42.svg"/><Relationship Id="rId9" Type="http://schemas.openxmlformats.org/officeDocument/2006/relationships/image" Target="../media/image47.png"/></Relationships>
</file>

<file path=ppt/diagrams/_rels/data1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52.svg"/><Relationship Id="rId5" Type="http://schemas.openxmlformats.org/officeDocument/2006/relationships/image" Target="../media/image51.png"/><Relationship Id="rId4" Type="http://schemas.openxmlformats.org/officeDocument/2006/relationships/image" Target="../media/image50.svg"/></Relationships>
</file>

<file path=ppt/diagrams/_rels/data14.xml.rels><?xml version="1.0" encoding="UTF-8" standalone="yes"?>
<Relationships xmlns="http://schemas.openxmlformats.org/package/2006/relationships"><Relationship Id="rId8" Type="http://schemas.openxmlformats.org/officeDocument/2006/relationships/image" Target="../media/image19.svg"/><Relationship Id="rId13" Type="http://schemas.openxmlformats.org/officeDocument/2006/relationships/image" Target="../media/image65.png"/><Relationship Id="rId3" Type="http://schemas.openxmlformats.org/officeDocument/2006/relationships/image" Target="../media/image59.png"/><Relationship Id="rId7" Type="http://schemas.openxmlformats.org/officeDocument/2006/relationships/image" Target="../media/image18.png"/><Relationship Id="rId12" Type="http://schemas.openxmlformats.org/officeDocument/2006/relationships/image" Target="../media/image64.svg"/><Relationship Id="rId2" Type="http://schemas.openxmlformats.org/officeDocument/2006/relationships/image" Target="../media/image58.svg"/><Relationship Id="rId1" Type="http://schemas.openxmlformats.org/officeDocument/2006/relationships/image" Target="../media/image57.png"/><Relationship Id="rId6" Type="http://schemas.openxmlformats.org/officeDocument/2006/relationships/image" Target="../media/image11.svg"/><Relationship Id="rId11" Type="http://schemas.openxmlformats.org/officeDocument/2006/relationships/image" Target="../media/image63.png"/><Relationship Id="rId5" Type="http://schemas.openxmlformats.org/officeDocument/2006/relationships/image" Target="../media/image10.png"/><Relationship Id="rId10" Type="http://schemas.openxmlformats.org/officeDocument/2006/relationships/image" Target="../media/image62.svg"/><Relationship Id="rId4" Type="http://schemas.openxmlformats.org/officeDocument/2006/relationships/image" Target="../media/image60.svg"/><Relationship Id="rId9" Type="http://schemas.openxmlformats.org/officeDocument/2006/relationships/image" Target="../media/image61.png"/><Relationship Id="rId14" Type="http://schemas.openxmlformats.org/officeDocument/2006/relationships/image" Target="../media/image66.svg"/></Relationships>
</file>

<file path=ppt/diagrams/_rels/drawing3.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hyperlink" Target="http://www.casel.org/" TargetMode="External"/><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sv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png"/></Relationships>
</file>

<file path=ppt/diagrams/_rels/drawing4.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12" Type="http://schemas.openxmlformats.org/officeDocument/2006/relationships/image" Target="../media/image31.sv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11" Type="http://schemas.openxmlformats.org/officeDocument/2006/relationships/image" Target="../media/image30.png"/><Relationship Id="rId5" Type="http://schemas.openxmlformats.org/officeDocument/2006/relationships/image" Target="../media/image24.png"/><Relationship Id="rId10" Type="http://schemas.openxmlformats.org/officeDocument/2006/relationships/image" Target="../media/image29.svg"/><Relationship Id="rId4" Type="http://schemas.openxmlformats.org/officeDocument/2006/relationships/image" Target="../media/image23.svg"/><Relationship Id="rId9" Type="http://schemas.openxmlformats.org/officeDocument/2006/relationships/image" Target="../media/image28.png"/></Relationships>
</file>

<file path=ppt/diagrams/_rels/drawing12.xml.rels><?xml version="1.0" encoding="UTF-8" standalone="yes"?>
<Relationships xmlns="http://schemas.openxmlformats.org/package/2006/relationships"><Relationship Id="rId8" Type="http://schemas.openxmlformats.org/officeDocument/2006/relationships/image" Target="../media/image46.sv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svg"/><Relationship Id="rId1" Type="http://schemas.openxmlformats.org/officeDocument/2006/relationships/image" Target="../media/image39.png"/><Relationship Id="rId6" Type="http://schemas.openxmlformats.org/officeDocument/2006/relationships/image" Target="../media/image44.svg"/><Relationship Id="rId5" Type="http://schemas.openxmlformats.org/officeDocument/2006/relationships/image" Target="../media/image43.png"/><Relationship Id="rId10" Type="http://schemas.openxmlformats.org/officeDocument/2006/relationships/image" Target="../media/image48.svg"/><Relationship Id="rId4" Type="http://schemas.openxmlformats.org/officeDocument/2006/relationships/image" Target="../media/image42.svg"/><Relationship Id="rId9" Type="http://schemas.openxmlformats.org/officeDocument/2006/relationships/image" Target="../media/image47.png"/></Relationships>
</file>

<file path=ppt/diagrams/_rels/drawing1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52.svg"/><Relationship Id="rId5" Type="http://schemas.openxmlformats.org/officeDocument/2006/relationships/image" Target="../media/image51.png"/><Relationship Id="rId4" Type="http://schemas.openxmlformats.org/officeDocument/2006/relationships/image" Target="../media/image50.svg"/></Relationships>
</file>

<file path=ppt/diagrams/_rels/drawing14.xml.rels><?xml version="1.0" encoding="UTF-8" standalone="yes"?>
<Relationships xmlns="http://schemas.openxmlformats.org/package/2006/relationships"><Relationship Id="rId8" Type="http://schemas.openxmlformats.org/officeDocument/2006/relationships/image" Target="../media/image19.svg"/><Relationship Id="rId13" Type="http://schemas.openxmlformats.org/officeDocument/2006/relationships/image" Target="../media/image65.png"/><Relationship Id="rId3" Type="http://schemas.openxmlformats.org/officeDocument/2006/relationships/image" Target="../media/image59.png"/><Relationship Id="rId7" Type="http://schemas.openxmlformats.org/officeDocument/2006/relationships/image" Target="../media/image18.png"/><Relationship Id="rId12" Type="http://schemas.openxmlformats.org/officeDocument/2006/relationships/image" Target="../media/image64.svg"/><Relationship Id="rId2" Type="http://schemas.openxmlformats.org/officeDocument/2006/relationships/image" Target="../media/image58.svg"/><Relationship Id="rId1" Type="http://schemas.openxmlformats.org/officeDocument/2006/relationships/image" Target="../media/image57.png"/><Relationship Id="rId6" Type="http://schemas.openxmlformats.org/officeDocument/2006/relationships/image" Target="../media/image11.svg"/><Relationship Id="rId11" Type="http://schemas.openxmlformats.org/officeDocument/2006/relationships/image" Target="../media/image63.png"/><Relationship Id="rId5" Type="http://schemas.openxmlformats.org/officeDocument/2006/relationships/image" Target="../media/image10.png"/><Relationship Id="rId10" Type="http://schemas.openxmlformats.org/officeDocument/2006/relationships/image" Target="../media/image62.svg"/><Relationship Id="rId4" Type="http://schemas.openxmlformats.org/officeDocument/2006/relationships/image" Target="../media/image60.svg"/><Relationship Id="rId9" Type="http://schemas.openxmlformats.org/officeDocument/2006/relationships/image" Target="../media/image61.png"/><Relationship Id="rId14" Type="http://schemas.openxmlformats.org/officeDocument/2006/relationships/image" Target="../media/image66.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1C07C9CC-804D-4C52-A819-4AF905C58D96}" type="doc">
      <dgm:prSet loTypeId="urn:microsoft.com/office/officeart/2016/7/layout/BasicLinearProcessNumbered" loCatId="process" qsTypeId="urn:microsoft.com/office/officeart/2005/8/quickstyle/simple1" qsCatId="simple" csTypeId="urn:microsoft.com/office/officeart/2005/8/colors/colorful2" csCatId="colorful" phldr="1"/>
      <dgm:spPr/>
      <dgm:t>
        <a:bodyPr/>
        <a:lstStyle/>
        <a:p>
          <a:endParaRPr lang="en-US"/>
        </a:p>
      </dgm:t>
    </dgm:pt>
    <dgm:pt modelId="{AF267329-D1F3-40DD-AD42-B67F1C9FDC6D}">
      <dgm:prSet/>
      <dgm:spPr/>
      <dgm:t>
        <a:bodyPr/>
        <a:lstStyle/>
        <a:p>
          <a:r>
            <a:rPr lang="en-US"/>
            <a:t>1.  Understand why Gifted Education is necessary and vital for the development of gifted learners</a:t>
          </a:r>
        </a:p>
      </dgm:t>
    </dgm:pt>
    <dgm:pt modelId="{2B7B5708-008D-4CAB-A260-87D29736D579}" type="parTrans" cxnId="{7E2885B6-F09D-4887-B11F-1910B9842ED2}">
      <dgm:prSet/>
      <dgm:spPr/>
      <dgm:t>
        <a:bodyPr/>
        <a:lstStyle/>
        <a:p>
          <a:endParaRPr lang="en-US"/>
        </a:p>
      </dgm:t>
    </dgm:pt>
    <dgm:pt modelId="{C2334A98-CD30-4D08-A873-7A941D3BBB76}" type="sibTrans" cxnId="{7E2885B6-F09D-4887-B11F-1910B9842ED2}">
      <dgm:prSet phldrT="1" phldr="0"/>
      <dgm:spPr/>
      <dgm:t>
        <a:bodyPr/>
        <a:lstStyle/>
        <a:p>
          <a:r>
            <a:rPr lang="en-US"/>
            <a:t>1</a:t>
          </a:r>
        </a:p>
      </dgm:t>
    </dgm:pt>
    <dgm:pt modelId="{78D0C572-0F2A-4E0E-A465-CEB3E7307DA3}">
      <dgm:prSet/>
      <dgm:spPr/>
      <dgm:t>
        <a:bodyPr/>
        <a:lstStyle/>
        <a:p>
          <a:r>
            <a:rPr lang="en-US" dirty="0"/>
            <a:t>2.  Understand your rights to Gifted Education (504 Plans and IEPs)</a:t>
          </a:r>
        </a:p>
      </dgm:t>
    </dgm:pt>
    <dgm:pt modelId="{8CA851E1-F591-47CB-B415-F21B4ABAB825}" type="parTrans" cxnId="{1E006F6E-1FCF-4A7E-ACD1-344CADFCE459}">
      <dgm:prSet/>
      <dgm:spPr/>
      <dgm:t>
        <a:bodyPr/>
        <a:lstStyle/>
        <a:p>
          <a:endParaRPr lang="en-US"/>
        </a:p>
      </dgm:t>
    </dgm:pt>
    <dgm:pt modelId="{6C2B3CC4-EEA4-4DFC-B108-A196525EE816}" type="sibTrans" cxnId="{1E006F6E-1FCF-4A7E-ACD1-344CADFCE459}">
      <dgm:prSet phldrT="2" phldr="0"/>
      <dgm:spPr/>
      <dgm:t>
        <a:bodyPr/>
        <a:lstStyle/>
        <a:p>
          <a:r>
            <a:rPr lang="en-US"/>
            <a:t>2</a:t>
          </a:r>
        </a:p>
      </dgm:t>
    </dgm:pt>
    <dgm:pt modelId="{CDC9F75D-1E61-40D0-A29D-FA2586858F17}">
      <dgm:prSet/>
      <dgm:spPr/>
      <dgm:t>
        <a:bodyPr/>
        <a:lstStyle/>
        <a:p>
          <a:r>
            <a:rPr lang="en-US"/>
            <a:t>3.  Explore advocacy techniques </a:t>
          </a:r>
        </a:p>
      </dgm:t>
    </dgm:pt>
    <dgm:pt modelId="{E0E8E0B1-D22F-4F1C-BB17-8B4C6F99606F}" type="parTrans" cxnId="{8259BD18-D48F-4770-8E0A-2CD69CE08F0B}">
      <dgm:prSet/>
      <dgm:spPr/>
      <dgm:t>
        <a:bodyPr/>
        <a:lstStyle/>
        <a:p>
          <a:endParaRPr lang="en-US"/>
        </a:p>
      </dgm:t>
    </dgm:pt>
    <dgm:pt modelId="{EC291FB5-7B92-433C-B7D5-46497995034A}" type="sibTrans" cxnId="{8259BD18-D48F-4770-8E0A-2CD69CE08F0B}">
      <dgm:prSet phldrT="3" phldr="0"/>
      <dgm:spPr/>
      <dgm:t>
        <a:bodyPr/>
        <a:lstStyle/>
        <a:p>
          <a:r>
            <a:rPr lang="en-US"/>
            <a:t>3</a:t>
          </a:r>
        </a:p>
      </dgm:t>
    </dgm:pt>
    <dgm:pt modelId="{DDD818D5-B2A7-E244-A292-DB134B741FD2}" type="pres">
      <dgm:prSet presAssocID="{1C07C9CC-804D-4C52-A819-4AF905C58D96}" presName="Name0" presStyleCnt="0">
        <dgm:presLayoutVars>
          <dgm:animLvl val="lvl"/>
          <dgm:resizeHandles val="exact"/>
        </dgm:presLayoutVars>
      </dgm:prSet>
      <dgm:spPr/>
    </dgm:pt>
    <dgm:pt modelId="{A620ECAC-32E7-564A-8090-3B1BCB8CD397}" type="pres">
      <dgm:prSet presAssocID="{AF267329-D1F3-40DD-AD42-B67F1C9FDC6D}" presName="compositeNode" presStyleCnt="0">
        <dgm:presLayoutVars>
          <dgm:bulletEnabled val="1"/>
        </dgm:presLayoutVars>
      </dgm:prSet>
      <dgm:spPr/>
    </dgm:pt>
    <dgm:pt modelId="{1F197609-1D9D-A345-8CFE-8655CA54F3D2}" type="pres">
      <dgm:prSet presAssocID="{AF267329-D1F3-40DD-AD42-B67F1C9FDC6D}" presName="bgRect" presStyleLbl="bgAccFollowNode1" presStyleIdx="0" presStyleCnt="3"/>
      <dgm:spPr/>
    </dgm:pt>
    <dgm:pt modelId="{741ACCA4-0A1C-594A-A293-241FE6A0914C}" type="pres">
      <dgm:prSet presAssocID="{C2334A98-CD30-4D08-A873-7A941D3BBB76}" presName="sibTransNodeCircle" presStyleLbl="alignNode1" presStyleIdx="0" presStyleCnt="6">
        <dgm:presLayoutVars>
          <dgm:chMax val="0"/>
          <dgm:bulletEnabled/>
        </dgm:presLayoutVars>
      </dgm:prSet>
      <dgm:spPr/>
    </dgm:pt>
    <dgm:pt modelId="{37F90A7A-F64D-D64E-BC55-87A424F12AC8}" type="pres">
      <dgm:prSet presAssocID="{AF267329-D1F3-40DD-AD42-B67F1C9FDC6D}" presName="bottomLine" presStyleLbl="alignNode1" presStyleIdx="1" presStyleCnt="6">
        <dgm:presLayoutVars/>
      </dgm:prSet>
      <dgm:spPr/>
    </dgm:pt>
    <dgm:pt modelId="{51AA497A-E18E-A647-ABF5-76133219B7B7}" type="pres">
      <dgm:prSet presAssocID="{AF267329-D1F3-40DD-AD42-B67F1C9FDC6D}" presName="nodeText" presStyleLbl="bgAccFollowNode1" presStyleIdx="0" presStyleCnt="3">
        <dgm:presLayoutVars>
          <dgm:bulletEnabled val="1"/>
        </dgm:presLayoutVars>
      </dgm:prSet>
      <dgm:spPr/>
    </dgm:pt>
    <dgm:pt modelId="{5A4659CD-1AAC-9D41-B8CF-E1A9C0D343CD}" type="pres">
      <dgm:prSet presAssocID="{C2334A98-CD30-4D08-A873-7A941D3BBB76}" presName="sibTrans" presStyleCnt="0"/>
      <dgm:spPr/>
    </dgm:pt>
    <dgm:pt modelId="{16F52C44-D036-BB4B-8CC5-C22BEF7E26D5}" type="pres">
      <dgm:prSet presAssocID="{78D0C572-0F2A-4E0E-A465-CEB3E7307DA3}" presName="compositeNode" presStyleCnt="0">
        <dgm:presLayoutVars>
          <dgm:bulletEnabled val="1"/>
        </dgm:presLayoutVars>
      </dgm:prSet>
      <dgm:spPr/>
    </dgm:pt>
    <dgm:pt modelId="{E919ED96-2BF1-224F-BD58-3EB7F7018E93}" type="pres">
      <dgm:prSet presAssocID="{78D0C572-0F2A-4E0E-A465-CEB3E7307DA3}" presName="bgRect" presStyleLbl="bgAccFollowNode1" presStyleIdx="1" presStyleCnt="3"/>
      <dgm:spPr/>
    </dgm:pt>
    <dgm:pt modelId="{362777D8-0121-5243-9EE4-E40BEC9BCAFE}" type="pres">
      <dgm:prSet presAssocID="{6C2B3CC4-EEA4-4DFC-B108-A196525EE816}" presName="sibTransNodeCircle" presStyleLbl="alignNode1" presStyleIdx="2" presStyleCnt="6">
        <dgm:presLayoutVars>
          <dgm:chMax val="0"/>
          <dgm:bulletEnabled/>
        </dgm:presLayoutVars>
      </dgm:prSet>
      <dgm:spPr/>
    </dgm:pt>
    <dgm:pt modelId="{AA61F886-F53D-1943-BAE7-146BC470AC27}" type="pres">
      <dgm:prSet presAssocID="{78D0C572-0F2A-4E0E-A465-CEB3E7307DA3}" presName="bottomLine" presStyleLbl="alignNode1" presStyleIdx="3" presStyleCnt="6">
        <dgm:presLayoutVars/>
      </dgm:prSet>
      <dgm:spPr/>
    </dgm:pt>
    <dgm:pt modelId="{501CE088-CB0B-1E4E-8013-7D6FE10D9386}" type="pres">
      <dgm:prSet presAssocID="{78D0C572-0F2A-4E0E-A465-CEB3E7307DA3}" presName="nodeText" presStyleLbl="bgAccFollowNode1" presStyleIdx="1" presStyleCnt="3">
        <dgm:presLayoutVars>
          <dgm:bulletEnabled val="1"/>
        </dgm:presLayoutVars>
      </dgm:prSet>
      <dgm:spPr/>
    </dgm:pt>
    <dgm:pt modelId="{4099EA05-478C-6D46-8AA4-02B525042956}" type="pres">
      <dgm:prSet presAssocID="{6C2B3CC4-EEA4-4DFC-B108-A196525EE816}" presName="sibTrans" presStyleCnt="0"/>
      <dgm:spPr/>
    </dgm:pt>
    <dgm:pt modelId="{4B65BA59-1C98-F94F-9D9B-30C8F3A2EFFB}" type="pres">
      <dgm:prSet presAssocID="{CDC9F75D-1E61-40D0-A29D-FA2586858F17}" presName="compositeNode" presStyleCnt="0">
        <dgm:presLayoutVars>
          <dgm:bulletEnabled val="1"/>
        </dgm:presLayoutVars>
      </dgm:prSet>
      <dgm:spPr/>
    </dgm:pt>
    <dgm:pt modelId="{9BFD5D1E-9FFB-A344-832A-16D8CD1B68D3}" type="pres">
      <dgm:prSet presAssocID="{CDC9F75D-1E61-40D0-A29D-FA2586858F17}" presName="bgRect" presStyleLbl="bgAccFollowNode1" presStyleIdx="2" presStyleCnt="3"/>
      <dgm:spPr/>
    </dgm:pt>
    <dgm:pt modelId="{64FB96EC-06A8-F44E-A59C-F420A5BE220C}" type="pres">
      <dgm:prSet presAssocID="{EC291FB5-7B92-433C-B7D5-46497995034A}" presName="sibTransNodeCircle" presStyleLbl="alignNode1" presStyleIdx="4" presStyleCnt="6">
        <dgm:presLayoutVars>
          <dgm:chMax val="0"/>
          <dgm:bulletEnabled/>
        </dgm:presLayoutVars>
      </dgm:prSet>
      <dgm:spPr/>
    </dgm:pt>
    <dgm:pt modelId="{7B2B5B2F-1A11-5645-B7BC-7FB4702363AF}" type="pres">
      <dgm:prSet presAssocID="{CDC9F75D-1E61-40D0-A29D-FA2586858F17}" presName="bottomLine" presStyleLbl="alignNode1" presStyleIdx="5" presStyleCnt="6">
        <dgm:presLayoutVars/>
      </dgm:prSet>
      <dgm:spPr/>
    </dgm:pt>
    <dgm:pt modelId="{A9FA9496-5048-534F-996C-A97885E852F0}" type="pres">
      <dgm:prSet presAssocID="{CDC9F75D-1E61-40D0-A29D-FA2586858F17}" presName="nodeText" presStyleLbl="bgAccFollowNode1" presStyleIdx="2" presStyleCnt="3">
        <dgm:presLayoutVars>
          <dgm:bulletEnabled val="1"/>
        </dgm:presLayoutVars>
      </dgm:prSet>
      <dgm:spPr/>
    </dgm:pt>
  </dgm:ptLst>
  <dgm:cxnLst>
    <dgm:cxn modelId="{8259BD18-D48F-4770-8E0A-2CD69CE08F0B}" srcId="{1C07C9CC-804D-4C52-A819-4AF905C58D96}" destId="{CDC9F75D-1E61-40D0-A29D-FA2586858F17}" srcOrd="2" destOrd="0" parTransId="{E0E8E0B1-D22F-4F1C-BB17-8B4C6F99606F}" sibTransId="{EC291FB5-7B92-433C-B7D5-46497995034A}"/>
    <dgm:cxn modelId="{EF241F28-C78A-9245-8149-3594AE7B93B0}" type="presOf" srcId="{78D0C572-0F2A-4E0E-A465-CEB3E7307DA3}" destId="{501CE088-CB0B-1E4E-8013-7D6FE10D9386}" srcOrd="1" destOrd="0" presId="urn:microsoft.com/office/officeart/2016/7/layout/BasicLinearProcessNumbered"/>
    <dgm:cxn modelId="{A930C830-831C-124D-B70E-AB6BFA3FB128}" type="presOf" srcId="{78D0C572-0F2A-4E0E-A465-CEB3E7307DA3}" destId="{E919ED96-2BF1-224F-BD58-3EB7F7018E93}" srcOrd="0" destOrd="0" presId="urn:microsoft.com/office/officeart/2016/7/layout/BasicLinearProcessNumbered"/>
    <dgm:cxn modelId="{6757EB3F-F803-924C-BB9A-A466DFBA36D1}" type="presOf" srcId="{6C2B3CC4-EEA4-4DFC-B108-A196525EE816}" destId="{362777D8-0121-5243-9EE4-E40BEC9BCAFE}" srcOrd="0" destOrd="0" presId="urn:microsoft.com/office/officeart/2016/7/layout/BasicLinearProcessNumbered"/>
    <dgm:cxn modelId="{1E006F6E-1FCF-4A7E-ACD1-344CADFCE459}" srcId="{1C07C9CC-804D-4C52-A819-4AF905C58D96}" destId="{78D0C572-0F2A-4E0E-A465-CEB3E7307DA3}" srcOrd="1" destOrd="0" parTransId="{8CA851E1-F591-47CB-B415-F21B4ABAB825}" sibTransId="{6C2B3CC4-EEA4-4DFC-B108-A196525EE816}"/>
    <dgm:cxn modelId="{3E936670-FBB0-C548-B798-FAE9FD3EA856}" type="presOf" srcId="{CDC9F75D-1E61-40D0-A29D-FA2586858F17}" destId="{9BFD5D1E-9FFB-A344-832A-16D8CD1B68D3}" srcOrd="0" destOrd="0" presId="urn:microsoft.com/office/officeart/2016/7/layout/BasicLinearProcessNumbered"/>
    <dgm:cxn modelId="{1B4CC482-9C26-244C-8F54-E1AB3BB66BF3}" type="presOf" srcId="{AF267329-D1F3-40DD-AD42-B67F1C9FDC6D}" destId="{1F197609-1D9D-A345-8CFE-8655CA54F3D2}" srcOrd="0" destOrd="0" presId="urn:microsoft.com/office/officeart/2016/7/layout/BasicLinearProcessNumbered"/>
    <dgm:cxn modelId="{F2D6F683-DA9C-B64C-A820-A86A97770FE4}" type="presOf" srcId="{C2334A98-CD30-4D08-A873-7A941D3BBB76}" destId="{741ACCA4-0A1C-594A-A293-241FE6A0914C}" srcOrd="0" destOrd="0" presId="urn:microsoft.com/office/officeart/2016/7/layout/BasicLinearProcessNumbered"/>
    <dgm:cxn modelId="{3CCB9B9C-8832-AB44-83C6-C78CCD8AE68F}" type="presOf" srcId="{CDC9F75D-1E61-40D0-A29D-FA2586858F17}" destId="{A9FA9496-5048-534F-996C-A97885E852F0}" srcOrd="1" destOrd="0" presId="urn:microsoft.com/office/officeart/2016/7/layout/BasicLinearProcessNumbered"/>
    <dgm:cxn modelId="{44982FB4-B3BD-2541-B7C1-C98E5DD43E32}" type="presOf" srcId="{EC291FB5-7B92-433C-B7D5-46497995034A}" destId="{64FB96EC-06A8-F44E-A59C-F420A5BE220C}" srcOrd="0" destOrd="0" presId="urn:microsoft.com/office/officeart/2016/7/layout/BasicLinearProcessNumbered"/>
    <dgm:cxn modelId="{7E2885B6-F09D-4887-B11F-1910B9842ED2}" srcId="{1C07C9CC-804D-4C52-A819-4AF905C58D96}" destId="{AF267329-D1F3-40DD-AD42-B67F1C9FDC6D}" srcOrd="0" destOrd="0" parTransId="{2B7B5708-008D-4CAB-A260-87D29736D579}" sibTransId="{C2334A98-CD30-4D08-A873-7A941D3BBB76}"/>
    <dgm:cxn modelId="{9BE55CD9-0283-7D4D-A40F-09B934F8CACF}" type="presOf" srcId="{1C07C9CC-804D-4C52-A819-4AF905C58D96}" destId="{DDD818D5-B2A7-E244-A292-DB134B741FD2}" srcOrd="0" destOrd="0" presId="urn:microsoft.com/office/officeart/2016/7/layout/BasicLinearProcessNumbered"/>
    <dgm:cxn modelId="{845F62D9-6F37-3F46-8FCD-9846BFB5656C}" type="presOf" srcId="{AF267329-D1F3-40DD-AD42-B67F1C9FDC6D}" destId="{51AA497A-E18E-A647-ABF5-76133219B7B7}" srcOrd="1" destOrd="0" presId="urn:microsoft.com/office/officeart/2016/7/layout/BasicLinearProcessNumbered"/>
    <dgm:cxn modelId="{64277D8B-4C25-0D4E-BC2C-CF197B09D323}" type="presParOf" srcId="{DDD818D5-B2A7-E244-A292-DB134B741FD2}" destId="{A620ECAC-32E7-564A-8090-3B1BCB8CD397}" srcOrd="0" destOrd="0" presId="urn:microsoft.com/office/officeart/2016/7/layout/BasicLinearProcessNumbered"/>
    <dgm:cxn modelId="{11484908-B2B7-314F-AD41-9E176DC18807}" type="presParOf" srcId="{A620ECAC-32E7-564A-8090-3B1BCB8CD397}" destId="{1F197609-1D9D-A345-8CFE-8655CA54F3D2}" srcOrd="0" destOrd="0" presId="urn:microsoft.com/office/officeart/2016/7/layout/BasicLinearProcessNumbered"/>
    <dgm:cxn modelId="{C35D315B-CF4B-A944-B1E7-9B08B118D50F}" type="presParOf" srcId="{A620ECAC-32E7-564A-8090-3B1BCB8CD397}" destId="{741ACCA4-0A1C-594A-A293-241FE6A0914C}" srcOrd="1" destOrd="0" presId="urn:microsoft.com/office/officeart/2016/7/layout/BasicLinearProcessNumbered"/>
    <dgm:cxn modelId="{FD5F75A4-F786-204C-A562-3B3BC3DDD741}" type="presParOf" srcId="{A620ECAC-32E7-564A-8090-3B1BCB8CD397}" destId="{37F90A7A-F64D-D64E-BC55-87A424F12AC8}" srcOrd="2" destOrd="0" presId="urn:microsoft.com/office/officeart/2016/7/layout/BasicLinearProcessNumbered"/>
    <dgm:cxn modelId="{35BFE513-2824-C24A-8189-BEA12C6D9AB5}" type="presParOf" srcId="{A620ECAC-32E7-564A-8090-3B1BCB8CD397}" destId="{51AA497A-E18E-A647-ABF5-76133219B7B7}" srcOrd="3" destOrd="0" presId="urn:microsoft.com/office/officeart/2016/7/layout/BasicLinearProcessNumbered"/>
    <dgm:cxn modelId="{895B654A-7573-2A44-B409-1CA51F750716}" type="presParOf" srcId="{DDD818D5-B2A7-E244-A292-DB134B741FD2}" destId="{5A4659CD-1AAC-9D41-B8CF-E1A9C0D343CD}" srcOrd="1" destOrd="0" presId="urn:microsoft.com/office/officeart/2016/7/layout/BasicLinearProcessNumbered"/>
    <dgm:cxn modelId="{63DE5944-7AA6-D249-9474-2780177F1D7F}" type="presParOf" srcId="{DDD818D5-B2A7-E244-A292-DB134B741FD2}" destId="{16F52C44-D036-BB4B-8CC5-C22BEF7E26D5}" srcOrd="2" destOrd="0" presId="urn:microsoft.com/office/officeart/2016/7/layout/BasicLinearProcessNumbered"/>
    <dgm:cxn modelId="{6FDB0691-FFC6-1A4A-B822-CCD9305726B7}" type="presParOf" srcId="{16F52C44-D036-BB4B-8CC5-C22BEF7E26D5}" destId="{E919ED96-2BF1-224F-BD58-3EB7F7018E93}" srcOrd="0" destOrd="0" presId="urn:microsoft.com/office/officeart/2016/7/layout/BasicLinearProcessNumbered"/>
    <dgm:cxn modelId="{D20462F6-2FE0-7644-A2E6-7CAB90C99B38}" type="presParOf" srcId="{16F52C44-D036-BB4B-8CC5-C22BEF7E26D5}" destId="{362777D8-0121-5243-9EE4-E40BEC9BCAFE}" srcOrd="1" destOrd="0" presId="urn:microsoft.com/office/officeart/2016/7/layout/BasicLinearProcessNumbered"/>
    <dgm:cxn modelId="{B302FEF8-33C0-5B4F-B0C9-74FC43D9DAAE}" type="presParOf" srcId="{16F52C44-D036-BB4B-8CC5-C22BEF7E26D5}" destId="{AA61F886-F53D-1943-BAE7-146BC470AC27}" srcOrd="2" destOrd="0" presId="urn:microsoft.com/office/officeart/2016/7/layout/BasicLinearProcessNumbered"/>
    <dgm:cxn modelId="{5F4A0D97-E1D5-7C48-AACF-26ACC4031A4B}" type="presParOf" srcId="{16F52C44-D036-BB4B-8CC5-C22BEF7E26D5}" destId="{501CE088-CB0B-1E4E-8013-7D6FE10D9386}" srcOrd="3" destOrd="0" presId="urn:microsoft.com/office/officeart/2016/7/layout/BasicLinearProcessNumbered"/>
    <dgm:cxn modelId="{99AD7252-547E-464A-BA67-B8F976DACD07}" type="presParOf" srcId="{DDD818D5-B2A7-E244-A292-DB134B741FD2}" destId="{4099EA05-478C-6D46-8AA4-02B525042956}" srcOrd="3" destOrd="0" presId="urn:microsoft.com/office/officeart/2016/7/layout/BasicLinearProcessNumbered"/>
    <dgm:cxn modelId="{9886700C-DC06-F047-816D-20016DC213CA}" type="presParOf" srcId="{DDD818D5-B2A7-E244-A292-DB134B741FD2}" destId="{4B65BA59-1C98-F94F-9D9B-30C8F3A2EFFB}" srcOrd="4" destOrd="0" presId="urn:microsoft.com/office/officeart/2016/7/layout/BasicLinearProcessNumbered"/>
    <dgm:cxn modelId="{89C9E04D-9B46-6F4E-8B22-F1A750EF9A71}" type="presParOf" srcId="{4B65BA59-1C98-F94F-9D9B-30C8F3A2EFFB}" destId="{9BFD5D1E-9FFB-A344-832A-16D8CD1B68D3}" srcOrd="0" destOrd="0" presId="urn:microsoft.com/office/officeart/2016/7/layout/BasicLinearProcessNumbered"/>
    <dgm:cxn modelId="{765F2BA8-1979-6A4B-981C-88632CDB3A4C}" type="presParOf" srcId="{4B65BA59-1C98-F94F-9D9B-30C8F3A2EFFB}" destId="{64FB96EC-06A8-F44E-A59C-F420A5BE220C}" srcOrd="1" destOrd="0" presId="urn:microsoft.com/office/officeart/2016/7/layout/BasicLinearProcessNumbered"/>
    <dgm:cxn modelId="{7621172F-1F19-AF46-8F69-37AFECC4183E}" type="presParOf" srcId="{4B65BA59-1C98-F94F-9D9B-30C8F3A2EFFB}" destId="{7B2B5B2F-1A11-5645-B7BC-7FB4702363AF}" srcOrd="2" destOrd="0" presId="urn:microsoft.com/office/officeart/2016/7/layout/BasicLinearProcessNumbered"/>
    <dgm:cxn modelId="{A222CCCF-33A8-054D-96EC-5403D9E24708}" type="presParOf" srcId="{4B65BA59-1C98-F94F-9D9B-30C8F3A2EFFB}" destId="{A9FA9496-5048-534F-996C-A97885E852F0}" srcOrd="3" destOrd="0" presId="urn:microsoft.com/office/officeart/2016/7/layout/BasicLinear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06D5C10-29F1-4ADB-A44C-9DC635A9A0B3}" type="doc">
      <dgm:prSet loTypeId="urn:microsoft.com/office/officeart/2016/7/layout/RepeatingBendingProcessNew" loCatId="process" qsTypeId="urn:microsoft.com/office/officeart/2005/8/quickstyle/simple1" qsCatId="simple" csTypeId="urn:microsoft.com/office/officeart/2005/8/colors/colorful5" csCatId="colorful"/>
      <dgm:spPr/>
      <dgm:t>
        <a:bodyPr/>
        <a:lstStyle/>
        <a:p>
          <a:endParaRPr lang="en-US"/>
        </a:p>
      </dgm:t>
    </dgm:pt>
    <dgm:pt modelId="{57661C65-8CD9-483E-BF08-1F735E40F508}">
      <dgm:prSet/>
      <dgm:spPr/>
      <dgm:t>
        <a:bodyPr/>
        <a:lstStyle/>
        <a:p>
          <a:r>
            <a:rPr lang="en-US"/>
            <a:t>Rich curriculum organized around core learning concepts rather than memorizing facts</a:t>
          </a:r>
        </a:p>
      </dgm:t>
    </dgm:pt>
    <dgm:pt modelId="{7CD171FE-DC4B-4714-B67D-175784E239FF}" type="parTrans" cxnId="{7565E72D-DC09-44B1-B963-6389D55DB354}">
      <dgm:prSet/>
      <dgm:spPr/>
      <dgm:t>
        <a:bodyPr/>
        <a:lstStyle/>
        <a:p>
          <a:endParaRPr lang="en-US"/>
        </a:p>
      </dgm:t>
    </dgm:pt>
    <dgm:pt modelId="{4B54F179-DC8E-43D9-8EA6-304BA74111A3}" type="sibTrans" cxnId="{7565E72D-DC09-44B1-B963-6389D55DB354}">
      <dgm:prSet/>
      <dgm:spPr/>
      <dgm:t>
        <a:bodyPr/>
        <a:lstStyle/>
        <a:p>
          <a:endParaRPr lang="en-US"/>
        </a:p>
      </dgm:t>
    </dgm:pt>
    <dgm:pt modelId="{D9FFA5F0-F379-4777-BA8B-ADCDCE2005BE}">
      <dgm:prSet/>
      <dgm:spPr/>
      <dgm:t>
        <a:bodyPr/>
        <a:lstStyle/>
        <a:p>
          <a:r>
            <a:rPr lang="en-US"/>
            <a:t>Pacing instruction to the student’s individual needs</a:t>
          </a:r>
        </a:p>
      </dgm:t>
    </dgm:pt>
    <dgm:pt modelId="{3843EF1E-BFA0-4EAF-B852-1AF5A3C3AC82}" type="parTrans" cxnId="{C1C9B96E-6BB3-42A4-B76B-519C8E442E91}">
      <dgm:prSet/>
      <dgm:spPr/>
      <dgm:t>
        <a:bodyPr/>
        <a:lstStyle/>
        <a:p>
          <a:endParaRPr lang="en-US"/>
        </a:p>
      </dgm:t>
    </dgm:pt>
    <dgm:pt modelId="{9C1B1C38-79A1-41C4-8768-B9EC302FEC2D}" type="sibTrans" cxnId="{C1C9B96E-6BB3-42A4-B76B-519C8E442E91}">
      <dgm:prSet/>
      <dgm:spPr/>
      <dgm:t>
        <a:bodyPr/>
        <a:lstStyle/>
        <a:p>
          <a:endParaRPr lang="en-US"/>
        </a:p>
      </dgm:t>
    </dgm:pt>
    <dgm:pt modelId="{8D517775-1703-4C00-8F0E-35017571CEE3}">
      <dgm:prSet/>
      <dgm:spPr/>
      <dgm:t>
        <a:bodyPr/>
        <a:lstStyle/>
        <a:p>
          <a:r>
            <a:rPr lang="en-US"/>
            <a:t>Opportunities to perform at a higher “degree of difficulty”</a:t>
          </a:r>
        </a:p>
      </dgm:t>
    </dgm:pt>
    <dgm:pt modelId="{F1439574-05F3-4DFC-BC59-ADA91BA45668}" type="parTrans" cxnId="{46F5EBD3-787E-4447-A65B-8A2C508A3310}">
      <dgm:prSet/>
      <dgm:spPr/>
      <dgm:t>
        <a:bodyPr/>
        <a:lstStyle/>
        <a:p>
          <a:endParaRPr lang="en-US"/>
        </a:p>
      </dgm:t>
    </dgm:pt>
    <dgm:pt modelId="{B0E78DC6-6F2D-48C0-88C9-64CB38E3729B}" type="sibTrans" cxnId="{46F5EBD3-787E-4447-A65B-8A2C508A3310}">
      <dgm:prSet/>
      <dgm:spPr/>
      <dgm:t>
        <a:bodyPr/>
        <a:lstStyle/>
        <a:p>
          <a:endParaRPr lang="en-US"/>
        </a:p>
      </dgm:t>
    </dgm:pt>
    <dgm:pt modelId="{0243D41F-A50B-45FD-98A8-6D9413903F97}">
      <dgm:prSet/>
      <dgm:spPr/>
      <dgm:t>
        <a:bodyPr/>
        <a:lstStyle/>
        <a:p>
          <a:r>
            <a:rPr lang="en-US"/>
            <a:t>F.A.I.L. – Frequent Attempts in Learning </a:t>
          </a:r>
        </a:p>
      </dgm:t>
    </dgm:pt>
    <dgm:pt modelId="{26049E6E-37B9-4BE1-A453-7247427E3C35}" type="parTrans" cxnId="{2598A74D-E7EA-45AA-979B-51804E0EBF47}">
      <dgm:prSet/>
      <dgm:spPr/>
      <dgm:t>
        <a:bodyPr/>
        <a:lstStyle/>
        <a:p>
          <a:endParaRPr lang="en-US"/>
        </a:p>
      </dgm:t>
    </dgm:pt>
    <dgm:pt modelId="{39FCF371-EA27-4217-854A-C9F00C30EEA9}" type="sibTrans" cxnId="{2598A74D-E7EA-45AA-979B-51804E0EBF47}">
      <dgm:prSet/>
      <dgm:spPr/>
      <dgm:t>
        <a:bodyPr/>
        <a:lstStyle/>
        <a:p>
          <a:endParaRPr lang="en-US"/>
        </a:p>
      </dgm:t>
    </dgm:pt>
    <dgm:pt modelId="{1CA14319-3044-46A5-9559-3D2A9E75A8CE}">
      <dgm:prSet/>
      <dgm:spPr/>
      <dgm:t>
        <a:bodyPr/>
        <a:lstStyle/>
        <a:p>
          <a:r>
            <a:rPr lang="en-US"/>
            <a:t>Pre-test and post-test</a:t>
          </a:r>
        </a:p>
      </dgm:t>
    </dgm:pt>
    <dgm:pt modelId="{6CB48779-B7D7-4D33-BE54-229F6B18A761}" type="parTrans" cxnId="{ABB298DA-D047-432C-A629-4C3B35FBAE92}">
      <dgm:prSet/>
      <dgm:spPr/>
      <dgm:t>
        <a:bodyPr/>
        <a:lstStyle/>
        <a:p>
          <a:endParaRPr lang="en-US"/>
        </a:p>
      </dgm:t>
    </dgm:pt>
    <dgm:pt modelId="{10A279B3-74D6-4509-A033-CC41CF77D325}" type="sibTrans" cxnId="{ABB298DA-D047-432C-A629-4C3B35FBAE92}">
      <dgm:prSet/>
      <dgm:spPr/>
      <dgm:t>
        <a:bodyPr/>
        <a:lstStyle/>
        <a:p>
          <a:endParaRPr lang="en-US"/>
        </a:p>
      </dgm:t>
    </dgm:pt>
    <dgm:pt modelId="{2DA32D2B-4D6B-405D-9DD9-23FB45A408D0}">
      <dgm:prSet/>
      <dgm:spPr/>
      <dgm:t>
        <a:bodyPr/>
        <a:lstStyle/>
        <a:p>
          <a:r>
            <a:rPr lang="en-US"/>
            <a:t>As little “filler time” as possible </a:t>
          </a:r>
        </a:p>
      </dgm:t>
    </dgm:pt>
    <dgm:pt modelId="{7D988499-5039-41FE-9067-7B7298EBE56B}" type="parTrans" cxnId="{D62C54C6-F969-47CB-8F9F-510C1791EFD2}">
      <dgm:prSet/>
      <dgm:spPr/>
      <dgm:t>
        <a:bodyPr/>
        <a:lstStyle/>
        <a:p>
          <a:endParaRPr lang="en-US"/>
        </a:p>
      </dgm:t>
    </dgm:pt>
    <dgm:pt modelId="{FF358270-8E9F-42D2-AF77-3C0EB0359310}" type="sibTrans" cxnId="{D62C54C6-F969-47CB-8F9F-510C1791EFD2}">
      <dgm:prSet/>
      <dgm:spPr/>
      <dgm:t>
        <a:bodyPr/>
        <a:lstStyle/>
        <a:p>
          <a:endParaRPr lang="en-US"/>
        </a:p>
      </dgm:t>
    </dgm:pt>
    <dgm:pt modelId="{034CA838-B19F-448B-85D8-FA65EB572BC7}" type="pres">
      <dgm:prSet presAssocID="{706D5C10-29F1-4ADB-A44C-9DC635A9A0B3}" presName="Name0" presStyleCnt="0">
        <dgm:presLayoutVars>
          <dgm:dir/>
          <dgm:resizeHandles val="exact"/>
        </dgm:presLayoutVars>
      </dgm:prSet>
      <dgm:spPr/>
    </dgm:pt>
    <dgm:pt modelId="{414CADF2-F5CE-4C31-ACFB-57298F42FF5E}" type="pres">
      <dgm:prSet presAssocID="{57661C65-8CD9-483E-BF08-1F735E40F508}" presName="node" presStyleLbl="node1" presStyleIdx="0" presStyleCnt="6">
        <dgm:presLayoutVars>
          <dgm:bulletEnabled val="1"/>
        </dgm:presLayoutVars>
      </dgm:prSet>
      <dgm:spPr/>
    </dgm:pt>
    <dgm:pt modelId="{ED1374EE-95FF-4D21-BA3F-76BFA767133C}" type="pres">
      <dgm:prSet presAssocID="{4B54F179-DC8E-43D9-8EA6-304BA74111A3}" presName="sibTrans" presStyleLbl="sibTrans1D1" presStyleIdx="0" presStyleCnt="5"/>
      <dgm:spPr/>
    </dgm:pt>
    <dgm:pt modelId="{76FCC38F-B284-4C3D-993F-AA2CACB9EBB4}" type="pres">
      <dgm:prSet presAssocID="{4B54F179-DC8E-43D9-8EA6-304BA74111A3}" presName="connectorText" presStyleLbl="sibTrans1D1" presStyleIdx="0" presStyleCnt="5"/>
      <dgm:spPr/>
    </dgm:pt>
    <dgm:pt modelId="{D529C239-AAA5-4156-BA0C-1BD3D9FBC4FB}" type="pres">
      <dgm:prSet presAssocID="{D9FFA5F0-F379-4777-BA8B-ADCDCE2005BE}" presName="node" presStyleLbl="node1" presStyleIdx="1" presStyleCnt="6">
        <dgm:presLayoutVars>
          <dgm:bulletEnabled val="1"/>
        </dgm:presLayoutVars>
      </dgm:prSet>
      <dgm:spPr/>
    </dgm:pt>
    <dgm:pt modelId="{94090871-CA55-4BEC-BE6F-82974A22B8AA}" type="pres">
      <dgm:prSet presAssocID="{9C1B1C38-79A1-41C4-8768-B9EC302FEC2D}" presName="sibTrans" presStyleLbl="sibTrans1D1" presStyleIdx="1" presStyleCnt="5"/>
      <dgm:spPr/>
    </dgm:pt>
    <dgm:pt modelId="{9EF0B013-AF7C-4ABA-843D-6E4AB3900786}" type="pres">
      <dgm:prSet presAssocID="{9C1B1C38-79A1-41C4-8768-B9EC302FEC2D}" presName="connectorText" presStyleLbl="sibTrans1D1" presStyleIdx="1" presStyleCnt="5"/>
      <dgm:spPr/>
    </dgm:pt>
    <dgm:pt modelId="{F6C853BB-BAB8-4E2E-966B-A6169885DD0C}" type="pres">
      <dgm:prSet presAssocID="{8D517775-1703-4C00-8F0E-35017571CEE3}" presName="node" presStyleLbl="node1" presStyleIdx="2" presStyleCnt="6">
        <dgm:presLayoutVars>
          <dgm:bulletEnabled val="1"/>
        </dgm:presLayoutVars>
      </dgm:prSet>
      <dgm:spPr/>
    </dgm:pt>
    <dgm:pt modelId="{1D5D1B49-B11A-4B18-9F21-3864C0DCBB88}" type="pres">
      <dgm:prSet presAssocID="{B0E78DC6-6F2D-48C0-88C9-64CB38E3729B}" presName="sibTrans" presStyleLbl="sibTrans1D1" presStyleIdx="2" presStyleCnt="5"/>
      <dgm:spPr/>
    </dgm:pt>
    <dgm:pt modelId="{2A4A7D62-5DCB-44D9-A6AF-F022195D322E}" type="pres">
      <dgm:prSet presAssocID="{B0E78DC6-6F2D-48C0-88C9-64CB38E3729B}" presName="connectorText" presStyleLbl="sibTrans1D1" presStyleIdx="2" presStyleCnt="5"/>
      <dgm:spPr/>
    </dgm:pt>
    <dgm:pt modelId="{5CB8687B-04EA-4287-B7BB-4AA250FD26A2}" type="pres">
      <dgm:prSet presAssocID="{0243D41F-A50B-45FD-98A8-6D9413903F97}" presName="node" presStyleLbl="node1" presStyleIdx="3" presStyleCnt="6">
        <dgm:presLayoutVars>
          <dgm:bulletEnabled val="1"/>
        </dgm:presLayoutVars>
      </dgm:prSet>
      <dgm:spPr/>
    </dgm:pt>
    <dgm:pt modelId="{D575E474-062E-4D67-BE6E-BC1D896F992F}" type="pres">
      <dgm:prSet presAssocID="{39FCF371-EA27-4217-854A-C9F00C30EEA9}" presName="sibTrans" presStyleLbl="sibTrans1D1" presStyleIdx="3" presStyleCnt="5"/>
      <dgm:spPr/>
    </dgm:pt>
    <dgm:pt modelId="{E9DF4FC0-99F4-4128-8035-A257BD86D279}" type="pres">
      <dgm:prSet presAssocID="{39FCF371-EA27-4217-854A-C9F00C30EEA9}" presName="connectorText" presStyleLbl="sibTrans1D1" presStyleIdx="3" presStyleCnt="5"/>
      <dgm:spPr/>
    </dgm:pt>
    <dgm:pt modelId="{1AC30AF2-C4E8-4216-BFB9-78FE2233B7E4}" type="pres">
      <dgm:prSet presAssocID="{1CA14319-3044-46A5-9559-3D2A9E75A8CE}" presName="node" presStyleLbl="node1" presStyleIdx="4" presStyleCnt="6">
        <dgm:presLayoutVars>
          <dgm:bulletEnabled val="1"/>
        </dgm:presLayoutVars>
      </dgm:prSet>
      <dgm:spPr/>
    </dgm:pt>
    <dgm:pt modelId="{CD1C0801-8DEF-4025-85F6-CD6423323BB5}" type="pres">
      <dgm:prSet presAssocID="{10A279B3-74D6-4509-A033-CC41CF77D325}" presName="sibTrans" presStyleLbl="sibTrans1D1" presStyleIdx="4" presStyleCnt="5"/>
      <dgm:spPr/>
    </dgm:pt>
    <dgm:pt modelId="{6ED9B5F3-B06F-49C8-BB6E-8D8071A0022F}" type="pres">
      <dgm:prSet presAssocID="{10A279B3-74D6-4509-A033-CC41CF77D325}" presName="connectorText" presStyleLbl="sibTrans1D1" presStyleIdx="4" presStyleCnt="5"/>
      <dgm:spPr/>
    </dgm:pt>
    <dgm:pt modelId="{327E6414-012D-4FA9-AB90-BA69A0FA93D5}" type="pres">
      <dgm:prSet presAssocID="{2DA32D2B-4D6B-405D-9DD9-23FB45A408D0}" presName="node" presStyleLbl="node1" presStyleIdx="5" presStyleCnt="6">
        <dgm:presLayoutVars>
          <dgm:bulletEnabled val="1"/>
        </dgm:presLayoutVars>
      </dgm:prSet>
      <dgm:spPr/>
    </dgm:pt>
  </dgm:ptLst>
  <dgm:cxnLst>
    <dgm:cxn modelId="{3D452404-3E24-4D71-90D1-A318321E0F25}" type="presOf" srcId="{9C1B1C38-79A1-41C4-8768-B9EC302FEC2D}" destId="{9EF0B013-AF7C-4ABA-843D-6E4AB3900786}" srcOrd="1" destOrd="0" presId="urn:microsoft.com/office/officeart/2016/7/layout/RepeatingBendingProcessNew"/>
    <dgm:cxn modelId="{3E131806-C21E-41FB-B1DE-62897FB4CB9B}" type="presOf" srcId="{9C1B1C38-79A1-41C4-8768-B9EC302FEC2D}" destId="{94090871-CA55-4BEC-BE6F-82974A22B8AA}" srcOrd="0" destOrd="0" presId="urn:microsoft.com/office/officeart/2016/7/layout/RepeatingBendingProcessNew"/>
    <dgm:cxn modelId="{35148E1B-9FE4-4914-83B3-01FE2EBB8426}" type="presOf" srcId="{1CA14319-3044-46A5-9559-3D2A9E75A8CE}" destId="{1AC30AF2-C4E8-4216-BFB9-78FE2233B7E4}" srcOrd="0" destOrd="0" presId="urn:microsoft.com/office/officeart/2016/7/layout/RepeatingBendingProcessNew"/>
    <dgm:cxn modelId="{6198C620-86A0-49F7-B1F2-5DB0A7C05709}" type="presOf" srcId="{4B54F179-DC8E-43D9-8EA6-304BA74111A3}" destId="{ED1374EE-95FF-4D21-BA3F-76BFA767133C}" srcOrd="0" destOrd="0" presId="urn:microsoft.com/office/officeart/2016/7/layout/RepeatingBendingProcessNew"/>
    <dgm:cxn modelId="{5524F427-2C03-46BF-B80C-109A90334363}" type="presOf" srcId="{0243D41F-A50B-45FD-98A8-6D9413903F97}" destId="{5CB8687B-04EA-4287-B7BB-4AA250FD26A2}" srcOrd="0" destOrd="0" presId="urn:microsoft.com/office/officeart/2016/7/layout/RepeatingBendingProcessNew"/>
    <dgm:cxn modelId="{07C72F2B-3850-42D1-B2EA-760C193168C0}" type="presOf" srcId="{706D5C10-29F1-4ADB-A44C-9DC635A9A0B3}" destId="{034CA838-B19F-448B-85D8-FA65EB572BC7}" srcOrd="0" destOrd="0" presId="urn:microsoft.com/office/officeart/2016/7/layout/RepeatingBendingProcessNew"/>
    <dgm:cxn modelId="{7565E72D-DC09-44B1-B963-6389D55DB354}" srcId="{706D5C10-29F1-4ADB-A44C-9DC635A9A0B3}" destId="{57661C65-8CD9-483E-BF08-1F735E40F508}" srcOrd="0" destOrd="0" parTransId="{7CD171FE-DC4B-4714-B67D-175784E239FF}" sibTransId="{4B54F179-DC8E-43D9-8EA6-304BA74111A3}"/>
    <dgm:cxn modelId="{2B59642E-C3EF-4B7C-9EED-D7D8C80BC6E4}" type="presOf" srcId="{39FCF371-EA27-4217-854A-C9F00C30EEA9}" destId="{D575E474-062E-4D67-BE6E-BC1D896F992F}" srcOrd="0" destOrd="0" presId="urn:microsoft.com/office/officeart/2016/7/layout/RepeatingBendingProcessNew"/>
    <dgm:cxn modelId="{F0C22037-6F56-4E73-BB40-F12C8D3B4E5F}" type="presOf" srcId="{B0E78DC6-6F2D-48C0-88C9-64CB38E3729B}" destId="{2A4A7D62-5DCB-44D9-A6AF-F022195D322E}" srcOrd="1" destOrd="0" presId="urn:microsoft.com/office/officeart/2016/7/layout/RepeatingBendingProcessNew"/>
    <dgm:cxn modelId="{2598A74D-E7EA-45AA-979B-51804E0EBF47}" srcId="{706D5C10-29F1-4ADB-A44C-9DC635A9A0B3}" destId="{0243D41F-A50B-45FD-98A8-6D9413903F97}" srcOrd="3" destOrd="0" parTransId="{26049E6E-37B9-4BE1-A453-7247427E3C35}" sibTransId="{39FCF371-EA27-4217-854A-C9F00C30EEA9}"/>
    <dgm:cxn modelId="{4F2A9967-4F69-4642-B12B-8B779861E670}" type="presOf" srcId="{10A279B3-74D6-4509-A033-CC41CF77D325}" destId="{CD1C0801-8DEF-4025-85F6-CD6423323BB5}" srcOrd="0" destOrd="0" presId="urn:microsoft.com/office/officeart/2016/7/layout/RepeatingBendingProcessNew"/>
    <dgm:cxn modelId="{3A3F106E-1BDC-4974-B1C4-8F7211766812}" type="presOf" srcId="{8D517775-1703-4C00-8F0E-35017571CEE3}" destId="{F6C853BB-BAB8-4E2E-966B-A6169885DD0C}" srcOrd="0" destOrd="0" presId="urn:microsoft.com/office/officeart/2016/7/layout/RepeatingBendingProcessNew"/>
    <dgm:cxn modelId="{C1C9B96E-6BB3-42A4-B76B-519C8E442E91}" srcId="{706D5C10-29F1-4ADB-A44C-9DC635A9A0B3}" destId="{D9FFA5F0-F379-4777-BA8B-ADCDCE2005BE}" srcOrd="1" destOrd="0" parTransId="{3843EF1E-BFA0-4EAF-B852-1AF5A3C3AC82}" sibTransId="{9C1B1C38-79A1-41C4-8768-B9EC302FEC2D}"/>
    <dgm:cxn modelId="{8A527E7A-30E5-4D3E-AF4B-6F0C2BFB40DF}" type="presOf" srcId="{10A279B3-74D6-4509-A033-CC41CF77D325}" destId="{6ED9B5F3-B06F-49C8-BB6E-8D8071A0022F}" srcOrd="1" destOrd="0" presId="urn:microsoft.com/office/officeart/2016/7/layout/RepeatingBendingProcessNew"/>
    <dgm:cxn modelId="{424BB082-079A-4E15-9013-761B5C4D0D96}" type="presOf" srcId="{4B54F179-DC8E-43D9-8EA6-304BA74111A3}" destId="{76FCC38F-B284-4C3D-993F-AA2CACB9EBB4}" srcOrd="1" destOrd="0" presId="urn:microsoft.com/office/officeart/2016/7/layout/RepeatingBendingProcessNew"/>
    <dgm:cxn modelId="{2E99D087-32E3-48EA-938B-40223ACA8D8C}" type="presOf" srcId="{57661C65-8CD9-483E-BF08-1F735E40F508}" destId="{414CADF2-F5CE-4C31-ACFB-57298F42FF5E}" srcOrd="0" destOrd="0" presId="urn:microsoft.com/office/officeart/2016/7/layout/RepeatingBendingProcessNew"/>
    <dgm:cxn modelId="{BE5736AA-49B4-4B9E-8FEA-04C3246D7727}" type="presOf" srcId="{39FCF371-EA27-4217-854A-C9F00C30EEA9}" destId="{E9DF4FC0-99F4-4128-8035-A257BD86D279}" srcOrd="1" destOrd="0" presId="urn:microsoft.com/office/officeart/2016/7/layout/RepeatingBendingProcessNew"/>
    <dgm:cxn modelId="{65FBD2AC-750E-4341-8673-7A8F9F8A0B9F}" type="presOf" srcId="{2DA32D2B-4D6B-405D-9DD9-23FB45A408D0}" destId="{327E6414-012D-4FA9-AB90-BA69A0FA93D5}" srcOrd="0" destOrd="0" presId="urn:microsoft.com/office/officeart/2016/7/layout/RepeatingBendingProcessNew"/>
    <dgm:cxn modelId="{D60C0CB6-5BF8-4CCD-86B0-B511C4E4BFD1}" type="presOf" srcId="{B0E78DC6-6F2D-48C0-88C9-64CB38E3729B}" destId="{1D5D1B49-B11A-4B18-9F21-3864C0DCBB88}" srcOrd="0" destOrd="0" presId="urn:microsoft.com/office/officeart/2016/7/layout/RepeatingBendingProcessNew"/>
    <dgm:cxn modelId="{D62C54C6-F969-47CB-8F9F-510C1791EFD2}" srcId="{706D5C10-29F1-4ADB-A44C-9DC635A9A0B3}" destId="{2DA32D2B-4D6B-405D-9DD9-23FB45A408D0}" srcOrd="5" destOrd="0" parTransId="{7D988499-5039-41FE-9067-7B7298EBE56B}" sibTransId="{FF358270-8E9F-42D2-AF77-3C0EB0359310}"/>
    <dgm:cxn modelId="{46F5EBD3-787E-4447-A65B-8A2C508A3310}" srcId="{706D5C10-29F1-4ADB-A44C-9DC635A9A0B3}" destId="{8D517775-1703-4C00-8F0E-35017571CEE3}" srcOrd="2" destOrd="0" parTransId="{F1439574-05F3-4DFC-BC59-ADA91BA45668}" sibTransId="{B0E78DC6-6F2D-48C0-88C9-64CB38E3729B}"/>
    <dgm:cxn modelId="{ABB298DA-D047-432C-A629-4C3B35FBAE92}" srcId="{706D5C10-29F1-4ADB-A44C-9DC635A9A0B3}" destId="{1CA14319-3044-46A5-9559-3D2A9E75A8CE}" srcOrd="4" destOrd="0" parTransId="{6CB48779-B7D7-4D33-BE54-229F6B18A761}" sibTransId="{10A279B3-74D6-4509-A033-CC41CF77D325}"/>
    <dgm:cxn modelId="{684274F3-8345-46AF-A180-CE5803F5CDAE}" type="presOf" srcId="{D9FFA5F0-F379-4777-BA8B-ADCDCE2005BE}" destId="{D529C239-AAA5-4156-BA0C-1BD3D9FBC4FB}" srcOrd="0" destOrd="0" presId="urn:microsoft.com/office/officeart/2016/7/layout/RepeatingBendingProcessNew"/>
    <dgm:cxn modelId="{9B362385-0B2E-4E74-955F-5886523276F7}" type="presParOf" srcId="{034CA838-B19F-448B-85D8-FA65EB572BC7}" destId="{414CADF2-F5CE-4C31-ACFB-57298F42FF5E}" srcOrd="0" destOrd="0" presId="urn:microsoft.com/office/officeart/2016/7/layout/RepeatingBendingProcessNew"/>
    <dgm:cxn modelId="{0DC2EF6A-8BD7-414D-8C8B-1EB8EDD57B5E}" type="presParOf" srcId="{034CA838-B19F-448B-85D8-FA65EB572BC7}" destId="{ED1374EE-95FF-4D21-BA3F-76BFA767133C}" srcOrd="1" destOrd="0" presId="urn:microsoft.com/office/officeart/2016/7/layout/RepeatingBendingProcessNew"/>
    <dgm:cxn modelId="{393D4706-4DBC-4D02-8097-FD371D24445A}" type="presParOf" srcId="{ED1374EE-95FF-4D21-BA3F-76BFA767133C}" destId="{76FCC38F-B284-4C3D-993F-AA2CACB9EBB4}" srcOrd="0" destOrd="0" presId="urn:microsoft.com/office/officeart/2016/7/layout/RepeatingBendingProcessNew"/>
    <dgm:cxn modelId="{45D3134D-7D83-4E74-805D-A911A39DCF7E}" type="presParOf" srcId="{034CA838-B19F-448B-85D8-FA65EB572BC7}" destId="{D529C239-AAA5-4156-BA0C-1BD3D9FBC4FB}" srcOrd="2" destOrd="0" presId="urn:microsoft.com/office/officeart/2016/7/layout/RepeatingBendingProcessNew"/>
    <dgm:cxn modelId="{0E5B6B85-1686-4AC5-8674-14565A923BB4}" type="presParOf" srcId="{034CA838-B19F-448B-85D8-FA65EB572BC7}" destId="{94090871-CA55-4BEC-BE6F-82974A22B8AA}" srcOrd="3" destOrd="0" presId="urn:microsoft.com/office/officeart/2016/7/layout/RepeatingBendingProcessNew"/>
    <dgm:cxn modelId="{F03313D1-7252-47FA-9815-004CBC18A804}" type="presParOf" srcId="{94090871-CA55-4BEC-BE6F-82974A22B8AA}" destId="{9EF0B013-AF7C-4ABA-843D-6E4AB3900786}" srcOrd="0" destOrd="0" presId="urn:microsoft.com/office/officeart/2016/7/layout/RepeatingBendingProcessNew"/>
    <dgm:cxn modelId="{00C0003A-9D80-44C6-8356-227EC2D6490A}" type="presParOf" srcId="{034CA838-B19F-448B-85D8-FA65EB572BC7}" destId="{F6C853BB-BAB8-4E2E-966B-A6169885DD0C}" srcOrd="4" destOrd="0" presId="urn:microsoft.com/office/officeart/2016/7/layout/RepeatingBendingProcessNew"/>
    <dgm:cxn modelId="{2213C389-F09D-43F6-9A28-4DBC22C3BF9E}" type="presParOf" srcId="{034CA838-B19F-448B-85D8-FA65EB572BC7}" destId="{1D5D1B49-B11A-4B18-9F21-3864C0DCBB88}" srcOrd="5" destOrd="0" presId="urn:microsoft.com/office/officeart/2016/7/layout/RepeatingBendingProcessNew"/>
    <dgm:cxn modelId="{2EEB7E97-BCEE-4ABD-9BBD-E0404970BAB3}" type="presParOf" srcId="{1D5D1B49-B11A-4B18-9F21-3864C0DCBB88}" destId="{2A4A7D62-5DCB-44D9-A6AF-F022195D322E}" srcOrd="0" destOrd="0" presId="urn:microsoft.com/office/officeart/2016/7/layout/RepeatingBendingProcessNew"/>
    <dgm:cxn modelId="{BF922BC5-9673-40A6-BD5B-0CDD5772E2FE}" type="presParOf" srcId="{034CA838-B19F-448B-85D8-FA65EB572BC7}" destId="{5CB8687B-04EA-4287-B7BB-4AA250FD26A2}" srcOrd="6" destOrd="0" presId="urn:microsoft.com/office/officeart/2016/7/layout/RepeatingBendingProcessNew"/>
    <dgm:cxn modelId="{7DFEB905-8A68-43A0-9F15-EAC2CBD05A2E}" type="presParOf" srcId="{034CA838-B19F-448B-85D8-FA65EB572BC7}" destId="{D575E474-062E-4D67-BE6E-BC1D896F992F}" srcOrd="7" destOrd="0" presId="urn:microsoft.com/office/officeart/2016/7/layout/RepeatingBendingProcessNew"/>
    <dgm:cxn modelId="{06C5C7FC-EDE3-44BB-A2A3-F7BC3CE2C62B}" type="presParOf" srcId="{D575E474-062E-4D67-BE6E-BC1D896F992F}" destId="{E9DF4FC0-99F4-4128-8035-A257BD86D279}" srcOrd="0" destOrd="0" presId="urn:microsoft.com/office/officeart/2016/7/layout/RepeatingBendingProcessNew"/>
    <dgm:cxn modelId="{D8BAA5FF-766F-49EB-857D-F57715887270}" type="presParOf" srcId="{034CA838-B19F-448B-85D8-FA65EB572BC7}" destId="{1AC30AF2-C4E8-4216-BFB9-78FE2233B7E4}" srcOrd="8" destOrd="0" presId="urn:microsoft.com/office/officeart/2016/7/layout/RepeatingBendingProcessNew"/>
    <dgm:cxn modelId="{24186DF0-B6E2-47EB-8A12-7D4B056975F9}" type="presParOf" srcId="{034CA838-B19F-448B-85D8-FA65EB572BC7}" destId="{CD1C0801-8DEF-4025-85F6-CD6423323BB5}" srcOrd="9" destOrd="0" presId="urn:microsoft.com/office/officeart/2016/7/layout/RepeatingBendingProcessNew"/>
    <dgm:cxn modelId="{2E042F2F-6E6B-4DF8-8ACF-D1D4F4FCE736}" type="presParOf" srcId="{CD1C0801-8DEF-4025-85F6-CD6423323BB5}" destId="{6ED9B5F3-B06F-49C8-BB6E-8D8071A0022F}" srcOrd="0" destOrd="0" presId="urn:microsoft.com/office/officeart/2016/7/layout/RepeatingBendingProcessNew"/>
    <dgm:cxn modelId="{40342957-D731-40FD-B3DC-8551D8D96360}" type="presParOf" srcId="{034CA838-B19F-448B-85D8-FA65EB572BC7}" destId="{327E6414-012D-4FA9-AB90-BA69A0FA93D5}" srcOrd="10"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762ABA0-0A5D-40D9-8EC7-B460BF7DBBB4}"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F820B8F9-1AED-483D-BE7B-DD26E66B5492}">
      <dgm:prSet/>
      <dgm:spPr/>
      <dgm:t>
        <a:bodyPr/>
        <a:lstStyle/>
        <a:p>
          <a:r>
            <a:rPr lang="en-US"/>
            <a:t>Curriculum Compacting – if they show you that they can do it, let them move on to the next thing</a:t>
          </a:r>
        </a:p>
      </dgm:t>
    </dgm:pt>
    <dgm:pt modelId="{CF738746-FF63-4469-B46E-AABB69EEF358}" type="parTrans" cxnId="{AE0B28D8-DFAE-4474-931B-12674FBB9B48}">
      <dgm:prSet/>
      <dgm:spPr/>
      <dgm:t>
        <a:bodyPr/>
        <a:lstStyle/>
        <a:p>
          <a:endParaRPr lang="en-US"/>
        </a:p>
      </dgm:t>
    </dgm:pt>
    <dgm:pt modelId="{334DAA6B-013F-4251-88D6-A18CBE9F0911}" type="sibTrans" cxnId="{AE0B28D8-DFAE-4474-931B-12674FBB9B48}">
      <dgm:prSet/>
      <dgm:spPr/>
      <dgm:t>
        <a:bodyPr/>
        <a:lstStyle/>
        <a:p>
          <a:endParaRPr lang="en-US"/>
        </a:p>
      </dgm:t>
    </dgm:pt>
    <dgm:pt modelId="{C89FF61E-29A5-49E5-B50E-E3E1A8EAF4E6}">
      <dgm:prSet/>
      <dgm:spPr/>
      <dgm:t>
        <a:bodyPr/>
        <a:lstStyle/>
        <a:p>
          <a:r>
            <a:rPr lang="en-US"/>
            <a:t>Differentiation – can you teach/assess the same content in a different/deeper way?</a:t>
          </a:r>
        </a:p>
      </dgm:t>
    </dgm:pt>
    <dgm:pt modelId="{43AEE61D-4DA6-48A7-91E9-32D0C632559E}" type="parTrans" cxnId="{61A5BB92-71B0-4B2B-96C8-AA06ABBC9A87}">
      <dgm:prSet/>
      <dgm:spPr/>
      <dgm:t>
        <a:bodyPr/>
        <a:lstStyle/>
        <a:p>
          <a:endParaRPr lang="en-US"/>
        </a:p>
      </dgm:t>
    </dgm:pt>
    <dgm:pt modelId="{2A784A47-D8D2-40DA-9DB8-EBC3D0B338D7}" type="sibTrans" cxnId="{61A5BB92-71B0-4B2B-96C8-AA06ABBC9A87}">
      <dgm:prSet/>
      <dgm:spPr/>
      <dgm:t>
        <a:bodyPr/>
        <a:lstStyle/>
        <a:p>
          <a:endParaRPr lang="en-US"/>
        </a:p>
      </dgm:t>
    </dgm:pt>
    <dgm:pt modelId="{D03C692A-E69E-427D-9CC6-5CF91F8370B8}">
      <dgm:prSet/>
      <dgm:spPr/>
      <dgm:t>
        <a:bodyPr/>
        <a:lstStyle/>
        <a:p>
          <a:r>
            <a:rPr lang="en-US"/>
            <a:t>Project-Based Learning (PBL) – let’s learn by doing/building!</a:t>
          </a:r>
        </a:p>
      </dgm:t>
    </dgm:pt>
    <dgm:pt modelId="{8F8EDF57-DBB0-43A8-AC5E-82107A7D3F61}" type="parTrans" cxnId="{CC54B19B-37BC-4742-982D-618C2A466F37}">
      <dgm:prSet/>
      <dgm:spPr/>
      <dgm:t>
        <a:bodyPr/>
        <a:lstStyle/>
        <a:p>
          <a:endParaRPr lang="en-US"/>
        </a:p>
      </dgm:t>
    </dgm:pt>
    <dgm:pt modelId="{8B3B0DF1-202A-4DD8-B86D-B100686859C9}" type="sibTrans" cxnId="{CC54B19B-37BC-4742-982D-618C2A466F37}">
      <dgm:prSet/>
      <dgm:spPr/>
      <dgm:t>
        <a:bodyPr/>
        <a:lstStyle/>
        <a:p>
          <a:endParaRPr lang="en-US"/>
        </a:p>
      </dgm:t>
    </dgm:pt>
    <dgm:pt modelId="{9BA808F4-FEAA-4EA8-B90D-AE893E1D34D8}">
      <dgm:prSet/>
      <dgm:spPr/>
      <dgm:t>
        <a:bodyPr/>
        <a:lstStyle/>
        <a:p>
          <a:r>
            <a:rPr lang="en-US"/>
            <a:t>Independent studies – a great way for gifted kids to take “a deep dive” and really explore a topic of interest</a:t>
          </a:r>
        </a:p>
      </dgm:t>
    </dgm:pt>
    <dgm:pt modelId="{3642D3E0-08B3-4E0E-8816-3D85909A1BDA}" type="parTrans" cxnId="{95136E6D-CBDE-4637-8E83-7D64BB8B5F73}">
      <dgm:prSet/>
      <dgm:spPr/>
      <dgm:t>
        <a:bodyPr/>
        <a:lstStyle/>
        <a:p>
          <a:endParaRPr lang="en-US"/>
        </a:p>
      </dgm:t>
    </dgm:pt>
    <dgm:pt modelId="{37A66B3C-A084-4D55-9723-C079113D608F}" type="sibTrans" cxnId="{95136E6D-CBDE-4637-8E83-7D64BB8B5F73}">
      <dgm:prSet/>
      <dgm:spPr/>
      <dgm:t>
        <a:bodyPr/>
        <a:lstStyle/>
        <a:p>
          <a:endParaRPr lang="en-US"/>
        </a:p>
      </dgm:t>
    </dgm:pt>
    <dgm:pt modelId="{78766D48-EBD0-476E-AA54-AE8A7515B5E6}">
      <dgm:prSet/>
      <dgm:spPr/>
      <dgm:t>
        <a:bodyPr/>
        <a:lstStyle/>
        <a:p>
          <a:r>
            <a:rPr lang="en-US"/>
            <a:t>Acceleration – where’s the next place that this student can go to get what they really need?</a:t>
          </a:r>
        </a:p>
      </dgm:t>
    </dgm:pt>
    <dgm:pt modelId="{78B1035B-8634-47D2-8EF5-2EAD352A1DBE}" type="parTrans" cxnId="{29B03666-A4BA-4BB6-B8EF-B67860195052}">
      <dgm:prSet/>
      <dgm:spPr/>
      <dgm:t>
        <a:bodyPr/>
        <a:lstStyle/>
        <a:p>
          <a:endParaRPr lang="en-US"/>
        </a:p>
      </dgm:t>
    </dgm:pt>
    <dgm:pt modelId="{268A4860-947B-4587-B2CE-9522A5774C8E}" type="sibTrans" cxnId="{29B03666-A4BA-4BB6-B8EF-B67860195052}">
      <dgm:prSet/>
      <dgm:spPr/>
      <dgm:t>
        <a:bodyPr/>
        <a:lstStyle/>
        <a:p>
          <a:endParaRPr lang="en-US"/>
        </a:p>
      </dgm:t>
    </dgm:pt>
    <dgm:pt modelId="{CB4F2850-26C3-49B3-B858-563F342C5D0C}">
      <dgm:prSet/>
      <dgm:spPr/>
      <dgm:t>
        <a:bodyPr/>
        <a:lstStyle/>
        <a:p>
          <a:r>
            <a:rPr lang="en-US"/>
            <a:t>Social and Emotional Learning (SEL) – find ways for your gifted kids to engage socially in class (</a:t>
          </a:r>
          <a:r>
            <a:rPr lang="en-US">
              <a:hlinkClick xmlns:r="http://schemas.openxmlformats.org/officeDocument/2006/relationships" r:id="rId1"/>
            </a:rPr>
            <a:t>www.casel.org</a:t>
          </a:r>
          <a:r>
            <a:rPr lang="en-US"/>
            <a:t> or email me)</a:t>
          </a:r>
        </a:p>
      </dgm:t>
    </dgm:pt>
    <dgm:pt modelId="{611A28A9-177B-4B4C-AC3D-0BD811B2F422}" type="parTrans" cxnId="{6E9438C3-A480-47CD-A5D6-FD2B66C48A8A}">
      <dgm:prSet/>
      <dgm:spPr/>
      <dgm:t>
        <a:bodyPr/>
        <a:lstStyle/>
        <a:p>
          <a:endParaRPr lang="en-US"/>
        </a:p>
      </dgm:t>
    </dgm:pt>
    <dgm:pt modelId="{2AE3AE42-6CE4-4A9B-8CF3-45AEDC1D6709}" type="sibTrans" cxnId="{6E9438C3-A480-47CD-A5D6-FD2B66C48A8A}">
      <dgm:prSet/>
      <dgm:spPr/>
      <dgm:t>
        <a:bodyPr/>
        <a:lstStyle/>
        <a:p>
          <a:endParaRPr lang="en-US"/>
        </a:p>
      </dgm:t>
    </dgm:pt>
    <dgm:pt modelId="{24BC7EF1-3F87-45E4-95D1-8C8A755AE55F}" type="pres">
      <dgm:prSet presAssocID="{E762ABA0-0A5D-40D9-8EC7-B460BF7DBBB4}" presName="root" presStyleCnt="0">
        <dgm:presLayoutVars>
          <dgm:dir/>
          <dgm:resizeHandles val="exact"/>
        </dgm:presLayoutVars>
      </dgm:prSet>
      <dgm:spPr/>
    </dgm:pt>
    <dgm:pt modelId="{DECC3C11-69BC-491A-9971-F5629587DD11}" type="pres">
      <dgm:prSet presAssocID="{F820B8F9-1AED-483D-BE7B-DD26E66B5492}" presName="compNode" presStyleCnt="0"/>
      <dgm:spPr/>
    </dgm:pt>
    <dgm:pt modelId="{5E677AE1-7A18-434B-A137-12401BEA5B64}" type="pres">
      <dgm:prSet presAssocID="{F820B8F9-1AED-483D-BE7B-DD26E66B5492}" presName="bgRect" presStyleLbl="bgShp" presStyleIdx="0" presStyleCnt="6"/>
      <dgm:spPr/>
    </dgm:pt>
    <dgm:pt modelId="{0DE661C7-FA52-43F9-9C3E-5223885AD919}" type="pres">
      <dgm:prSet presAssocID="{F820B8F9-1AED-483D-BE7B-DD26E66B5492}" presName="iconRect" presStyleLbl="node1" presStyleIdx="0" presStyleCnt="6"/>
      <dgm:spPr>
        <a:blipFill>
          <a:blip xmlns:r="http://schemas.openxmlformats.org/officeDocument/2006/relationships"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Classroom"/>
        </a:ext>
      </dgm:extLst>
    </dgm:pt>
    <dgm:pt modelId="{90B98004-2DC6-4F58-9A8D-F2C6A5BB7209}" type="pres">
      <dgm:prSet presAssocID="{F820B8F9-1AED-483D-BE7B-DD26E66B5492}" presName="spaceRect" presStyleCnt="0"/>
      <dgm:spPr/>
    </dgm:pt>
    <dgm:pt modelId="{DAABF2FC-F483-41E4-8251-65B92A8B53A3}" type="pres">
      <dgm:prSet presAssocID="{F820B8F9-1AED-483D-BE7B-DD26E66B5492}" presName="parTx" presStyleLbl="revTx" presStyleIdx="0" presStyleCnt="6">
        <dgm:presLayoutVars>
          <dgm:chMax val="0"/>
          <dgm:chPref val="0"/>
        </dgm:presLayoutVars>
      </dgm:prSet>
      <dgm:spPr/>
    </dgm:pt>
    <dgm:pt modelId="{D6726ECF-949F-4F56-91B7-1FD300E213E0}" type="pres">
      <dgm:prSet presAssocID="{334DAA6B-013F-4251-88D6-A18CBE9F0911}" presName="sibTrans" presStyleCnt="0"/>
      <dgm:spPr/>
    </dgm:pt>
    <dgm:pt modelId="{8136D468-E2D8-4758-83ED-4C319BF37210}" type="pres">
      <dgm:prSet presAssocID="{C89FF61E-29A5-49E5-B50E-E3E1A8EAF4E6}" presName="compNode" presStyleCnt="0"/>
      <dgm:spPr/>
    </dgm:pt>
    <dgm:pt modelId="{127457C2-0ADB-4BF8-B9CC-C6D8D22ED82B}" type="pres">
      <dgm:prSet presAssocID="{C89FF61E-29A5-49E5-B50E-E3E1A8EAF4E6}" presName="bgRect" presStyleLbl="bgShp" presStyleIdx="1" presStyleCnt="6"/>
      <dgm:spPr/>
    </dgm:pt>
    <dgm:pt modelId="{6D1594DF-880F-4981-8D86-A449F14B9A8D}" type="pres">
      <dgm:prSet presAssocID="{C89FF61E-29A5-49E5-B50E-E3E1A8EAF4E6}" presName="iconRect" presStyleLbl="node1" presStyleIdx="1" presStyleCnt="6"/>
      <dgm:spPr>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Skeleton"/>
        </a:ext>
      </dgm:extLst>
    </dgm:pt>
    <dgm:pt modelId="{11BB37AE-6F6E-416F-A710-15A30C4C4D88}" type="pres">
      <dgm:prSet presAssocID="{C89FF61E-29A5-49E5-B50E-E3E1A8EAF4E6}" presName="spaceRect" presStyleCnt="0"/>
      <dgm:spPr/>
    </dgm:pt>
    <dgm:pt modelId="{2E8105A7-B2A7-4492-AFD2-368B8E5481C0}" type="pres">
      <dgm:prSet presAssocID="{C89FF61E-29A5-49E5-B50E-E3E1A8EAF4E6}" presName="parTx" presStyleLbl="revTx" presStyleIdx="1" presStyleCnt="6">
        <dgm:presLayoutVars>
          <dgm:chMax val="0"/>
          <dgm:chPref val="0"/>
        </dgm:presLayoutVars>
      </dgm:prSet>
      <dgm:spPr/>
    </dgm:pt>
    <dgm:pt modelId="{0077C76E-9828-43D0-87CC-AEF120DDAED4}" type="pres">
      <dgm:prSet presAssocID="{2A784A47-D8D2-40DA-9DB8-EBC3D0B338D7}" presName="sibTrans" presStyleCnt="0"/>
      <dgm:spPr/>
    </dgm:pt>
    <dgm:pt modelId="{031C7B7C-9B47-4F2B-8AE8-913DF8C65C6F}" type="pres">
      <dgm:prSet presAssocID="{D03C692A-E69E-427D-9CC6-5CF91F8370B8}" presName="compNode" presStyleCnt="0"/>
      <dgm:spPr/>
    </dgm:pt>
    <dgm:pt modelId="{F23D1436-4A4B-4B54-A7D9-CB18E9888808}" type="pres">
      <dgm:prSet presAssocID="{D03C692A-E69E-427D-9CC6-5CF91F8370B8}" presName="bgRect" presStyleLbl="bgShp" presStyleIdx="2" presStyleCnt="6"/>
      <dgm:spPr/>
    </dgm:pt>
    <dgm:pt modelId="{A18882CC-072B-4AC3-BF4A-B9CD086B58E6}" type="pres">
      <dgm:prSet presAssocID="{D03C692A-E69E-427D-9CC6-5CF91F8370B8}" presName="iconRect" presStyleLbl="node1" presStyleIdx="2" presStyleCnt="6"/>
      <dgm:spPr>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dgm:spPr>
      <dgm:extLst>
        <a:ext uri="{E40237B7-FDA0-4F09-8148-C483321AD2D9}">
          <dgm14:cNvPr xmlns:dgm14="http://schemas.microsoft.com/office/drawing/2010/diagram" id="0" name="" descr="Light Bulb and Gear"/>
        </a:ext>
      </dgm:extLst>
    </dgm:pt>
    <dgm:pt modelId="{CD6FE759-B8CB-49C8-A3F9-51E442FEF73D}" type="pres">
      <dgm:prSet presAssocID="{D03C692A-E69E-427D-9CC6-5CF91F8370B8}" presName="spaceRect" presStyleCnt="0"/>
      <dgm:spPr/>
    </dgm:pt>
    <dgm:pt modelId="{C9D1CC3B-4B38-4AB2-943F-248C7509CB47}" type="pres">
      <dgm:prSet presAssocID="{D03C692A-E69E-427D-9CC6-5CF91F8370B8}" presName="parTx" presStyleLbl="revTx" presStyleIdx="2" presStyleCnt="6">
        <dgm:presLayoutVars>
          <dgm:chMax val="0"/>
          <dgm:chPref val="0"/>
        </dgm:presLayoutVars>
      </dgm:prSet>
      <dgm:spPr/>
    </dgm:pt>
    <dgm:pt modelId="{EC0E5C52-1D8F-4E98-A58C-18E5E4AD348D}" type="pres">
      <dgm:prSet presAssocID="{8B3B0DF1-202A-4DD8-B86D-B100686859C9}" presName="sibTrans" presStyleCnt="0"/>
      <dgm:spPr/>
    </dgm:pt>
    <dgm:pt modelId="{C74C74DA-CD1C-499B-946D-00C4BCBFD230}" type="pres">
      <dgm:prSet presAssocID="{9BA808F4-FEAA-4EA8-B90D-AE893E1D34D8}" presName="compNode" presStyleCnt="0"/>
      <dgm:spPr/>
    </dgm:pt>
    <dgm:pt modelId="{8912CEA7-A3AD-41AD-85AD-953122A7F604}" type="pres">
      <dgm:prSet presAssocID="{9BA808F4-FEAA-4EA8-B90D-AE893E1D34D8}" presName="bgRect" presStyleLbl="bgShp" presStyleIdx="3" presStyleCnt="6"/>
      <dgm:spPr/>
    </dgm:pt>
    <dgm:pt modelId="{3686B175-EA83-45AC-BC7E-376BA4D5293A}" type="pres">
      <dgm:prSet presAssocID="{9BA808F4-FEAA-4EA8-B90D-AE893E1D34D8}" presName="iconRect" presStyleLbl="node1" presStyleIdx="3" presStyleCnt="6"/>
      <dgm:spPr>
        <a:blipFill>
          <a:blip xmlns:r="http://schemas.openxmlformats.org/officeDocument/2006/relationships"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a:ln>
          <a:noFill/>
        </a:ln>
      </dgm:spPr>
      <dgm:extLst>
        <a:ext uri="{E40237B7-FDA0-4F09-8148-C483321AD2D9}">
          <dgm14:cNvPr xmlns:dgm14="http://schemas.microsoft.com/office/drawing/2010/diagram" id="0" name="" descr="Books"/>
        </a:ext>
      </dgm:extLst>
    </dgm:pt>
    <dgm:pt modelId="{6B6E51B5-2A21-4B66-A148-EE60A3A01948}" type="pres">
      <dgm:prSet presAssocID="{9BA808F4-FEAA-4EA8-B90D-AE893E1D34D8}" presName="spaceRect" presStyleCnt="0"/>
      <dgm:spPr/>
    </dgm:pt>
    <dgm:pt modelId="{9CA2701C-C2E9-4FAE-BCEC-AAA501E220E1}" type="pres">
      <dgm:prSet presAssocID="{9BA808F4-FEAA-4EA8-B90D-AE893E1D34D8}" presName="parTx" presStyleLbl="revTx" presStyleIdx="3" presStyleCnt="6">
        <dgm:presLayoutVars>
          <dgm:chMax val="0"/>
          <dgm:chPref val="0"/>
        </dgm:presLayoutVars>
      </dgm:prSet>
      <dgm:spPr/>
    </dgm:pt>
    <dgm:pt modelId="{F522BA5A-D2A8-41A1-9B28-03E45B469E7B}" type="pres">
      <dgm:prSet presAssocID="{37A66B3C-A084-4D55-9723-C079113D608F}" presName="sibTrans" presStyleCnt="0"/>
      <dgm:spPr/>
    </dgm:pt>
    <dgm:pt modelId="{DEACE036-0A07-4FE0-A7D5-B2649833D658}" type="pres">
      <dgm:prSet presAssocID="{78766D48-EBD0-476E-AA54-AE8A7515B5E6}" presName="compNode" presStyleCnt="0"/>
      <dgm:spPr/>
    </dgm:pt>
    <dgm:pt modelId="{5AB6B6ED-435B-4F4C-89BF-F771AEB2FDDC}" type="pres">
      <dgm:prSet presAssocID="{78766D48-EBD0-476E-AA54-AE8A7515B5E6}" presName="bgRect" presStyleLbl="bgShp" presStyleIdx="4" presStyleCnt="6"/>
      <dgm:spPr/>
    </dgm:pt>
    <dgm:pt modelId="{E4984E19-850E-4C2F-922B-FDD01C1E6686}" type="pres">
      <dgm:prSet presAssocID="{78766D48-EBD0-476E-AA54-AE8A7515B5E6}" presName="iconRect" presStyleLbl="node1" presStyleIdx="4" presStyleCnt="6"/>
      <dgm:spPr>
        <a:blipFill>
          <a:blip xmlns:r="http://schemas.openxmlformats.org/officeDocument/2006/relationships"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a:blipFill>
        <a:ln>
          <a:noFill/>
        </a:ln>
      </dgm:spPr>
      <dgm:extLst>
        <a:ext uri="{E40237B7-FDA0-4F09-8148-C483321AD2D9}">
          <dgm14:cNvPr xmlns:dgm14="http://schemas.microsoft.com/office/drawing/2010/diagram" id="0" name="" descr="Surf"/>
        </a:ext>
      </dgm:extLst>
    </dgm:pt>
    <dgm:pt modelId="{6DE9CA71-36C2-4E0F-B63A-F1D803AB2C12}" type="pres">
      <dgm:prSet presAssocID="{78766D48-EBD0-476E-AA54-AE8A7515B5E6}" presName="spaceRect" presStyleCnt="0"/>
      <dgm:spPr/>
    </dgm:pt>
    <dgm:pt modelId="{4022970B-7B46-44B5-9D3F-2D8F17E27E4F}" type="pres">
      <dgm:prSet presAssocID="{78766D48-EBD0-476E-AA54-AE8A7515B5E6}" presName="parTx" presStyleLbl="revTx" presStyleIdx="4" presStyleCnt="6">
        <dgm:presLayoutVars>
          <dgm:chMax val="0"/>
          <dgm:chPref val="0"/>
        </dgm:presLayoutVars>
      </dgm:prSet>
      <dgm:spPr/>
    </dgm:pt>
    <dgm:pt modelId="{C8A4E1DF-68B9-4CFF-B11F-28D1809642A6}" type="pres">
      <dgm:prSet presAssocID="{268A4860-947B-4587-B2CE-9522A5774C8E}" presName="sibTrans" presStyleCnt="0"/>
      <dgm:spPr/>
    </dgm:pt>
    <dgm:pt modelId="{73AB2F91-C739-4A70-81A9-DF44611F2FC4}" type="pres">
      <dgm:prSet presAssocID="{CB4F2850-26C3-49B3-B858-563F342C5D0C}" presName="compNode" presStyleCnt="0"/>
      <dgm:spPr/>
    </dgm:pt>
    <dgm:pt modelId="{C32C963A-C847-474F-A561-7B48B43BFC14}" type="pres">
      <dgm:prSet presAssocID="{CB4F2850-26C3-49B3-B858-563F342C5D0C}" presName="bgRect" presStyleLbl="bgShp" presStyleIdx="5" presStyleCnt="6"/>
      <dgm:spPr/>
    </dgm:pt>
    <dgm:pt modelId="{0BB1046D-9C55-4602-8597-AEE23D712F4A}" type="pres">
      <dgm:prSet presAssocID="{CB4F2850-26C3-49B3-B858-563F342C5D0C}" presName="iconRect" presStyleLbl="node1" presStyleIdx="5" presStyleCnt="6"/>
      <dgm:spPr>
        <a:blipFill>
          <a:blip xmlns:r="http://schemas.openxmlformats.org/officeDocument/2006/relationships"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a:blipFill>
        <a:ln>
          <a:noFill/>
        </a:ln>
      </dgm:spPr>
      <dgm:extLst>
        <a:ext uri="{E40237B7-FDA0-4F09-8148-C483321AD2D9}">
          <dgm14:cNvPr xmlns:dgm14="http://schemas.microsoft.com/office/drawing/2010/diagram" id="0" name="" descr="Tongue"/>
        </a:ext>
      </dgm:extLst>
    </dgm:pt>
    <dgm:pt modelId="{C2A704EF-4736-426D-AD09-FA504BB85D25}" type="pres">
      <dgm:prSet presAssocID="{CB4F2850-26C3-49B3-B858-563F342C5D0C}" presName="spaceRect" presStyleCnt="0"/>
      <dgm:spPr/>
    </dgm:pt>
    <dgm:pt modelId="{C11D7692-FA64-4940-926D-6FC96B687ABC}" type="pres">
      <dgm:prSet presAssocID="{CB4F2850-26C3-49B3-B858-563F342C5D0C}" presName="parTx" presStyleLbl="revTx" presStyleIdx="5" presStyleCnt="6">
        <dgm:presLayoutVars>
          <dgm:chMax val="0"/>
          <dgm:chPref val="0"/>
        </dgm:presLayoutVars>
      </dgm:prSet>
      <dgm:spPr/>
    </dgm:pt>
  </dgm:ptLst>
  <dgm:cxnLst>
    <dgm:cxn modelId="{E45DED15-12FC-4639-B86B-92B6B3E79B46}" type="presOf" srcId="{9BA808F4-FEAA-4EA8-B90D-AE893E1D34D8}" destId="{9CA2701C-C2E9-4FAE-BCEC-AAA501E220E1}" srcOrd="0" destOrd="0" presId="urn:microsoft.com/office/officeart/2018/2/layout/IconVerticalSolidList"/>
    <dgm:cxn modelId="{6791BB49-CEBC-4248-B0A7-EB7E2BF8106C}" type="presOf" srcId="{D03C692A-E69E-427D-9CC6-5CF91F8370B8}" destId="{C9D1CC3B-4B38-4AB2-943F-248C7509CB47}" srcOrd="0" destOrd="0" presId="urn:microsoft.com/office/officeart/2018/2/layout/IconVerticalSolidList"/>
    <dgm:cxn modelId="{71C97854-CCD4-4B9B-B121-7EE2BBEFB192}" type="presOf" srcId="{E762ABA0-0A5D-40D9-8EC7-B460BF7DBBB4}" destId="{24BC7EF1-3F87-45E4-95D1-8C8A755AE55F}" srcOrd="0" destOrd="0" presId="urn:microsoft.com/office/officeart/2018/2/layout/IconVerticalSolidList"/>
    <dgm:cxn modelId="{D5887555-C326-4D04-856F-0B99C8268A48}" type="presOf" srcId="{78766D48-EBD0-476E-AA54-AE8A7515B5E6}" destId="{4022970B-7B46-44B5-9D3F-2D8F17E27E4F}" srcOrd="0" destOrd="0" presId="urn:microsoft.com/office/officeart/2018/2/layout/IconVerticalSolidList"/>
    <dgm:cxn modelId="{244A975A-401E-43DF-AB70-06AE24679965}" type="presOf" srcId="{F820B8F9-1AED-483D-BE7B-DD26E66B5492}" destId="{DAABF2FC-F483-41E4-8251-65B92A8B53A3}" srcOrd="0" destOrd="0" presId="urn:microsoft.com/office/officeart/2018/2/layout/IconVerticalSolidList"/>
    <dgm:cxn modelId="{29B03666-A4BA-4BB6-B8EF-B67860195052}" srcId="{E762ABA0-0A5D-40D9-8EC7-B460BF7DBBB4}" destId="{78766D48-EBD0-476E-AA54-AE8A7515B5E6}" srcOrd="4" destOrd="0" parTransId="{78B1035B-8634-47D2-8EF5-2EAD352A1DBE}" sibTransId="{268A4860-947B-4587-B2CE-9522A5774C8E}"/>
    <dgm:cxn modelId="{95136E6D-CBDE-4637-8E83-7D64BB8B5F73}" srcId="{E762ABA0-0A5D-40D9-8EC7-B460BF7DBBB4}" destId="{9BA808F4-FEAA-4EA8-B90D-AE893E1D34D8}" srcOrd="3" destOrd="0" parTransId="{3642D3E0-08B3-4E0E-8816-3D85909A1BDA}" sibTransId="{37A66B3C-A084-4D55-9723-C079113D608F}"/>
    <dgm:cxn modelId="{61A5BB92-71B0-4B2B-96C8-AA06ABBC9A87}" srcId="{E762ABA0-0A5D-40D9-8EC7-B460BF7DBBB4}" destId="{C89FF61E-29A5-49E5-B50E-E3E1A8EAF4E6}" srcOrd="1" destOrd="0" parTransId="{43AEE61D-4DA6-48A7-91E9-32D0C632559E}" sibTransId="{2A784A47-D8D2-40DA-9DB8-EBC3D0B338D7}"/>
    <dgm:cxn modelId="{90B44895-50D2-42A4-BCF9-8D803E72AD0A}" type="presOf" srcId="{CB4F2850-26C3-49B3-B858-563F342C5D0C}" destId="{C11D7692-FA64-4940-926D-6FC96B687ABC}" srcOrd="0" destOrd="0" presId="urn:microsoft.com/office/officeart/2018/2/layout/IconVerticalSolidList"/>
    <dgm:cxn modelId="{CC54B19B-37BC-4742-982D-618C2A466F37}" srcId="{E762ABA0-0A5D-40D9-8EC7-B460BF7DBBB4}" destId="{D03C692A-E69E-427D-9CC6-5CF91F8370B8}" srcOrd="2" destOrd="0" parTransId="{8F8EDF57-DBB0-43A8-AC5E-82107A7D3F61}" sibTransId="{8B3B0DF1-202A-4DD8-B86D-B100686859C9}"/>
    <dgm:cxn modelId="{6E9438C3-A480-47CD-A5D6-FD2B66C48A8A}" srcId="{E762ABA0-0A5D-40D9-8EC7-B460BF7DBBB4}" destId="{CB4F2850-26C3-49B3-B858-563F342C5D0C}" srcOrd="5" destOrd="0" parTransId="{611A28A9-177B-4B4C-AC3D-0BD811B2F422}" sibTransId="{2AE3AE42-6CE4-4A9B-8CF3-45AEDC1D6709}"/>
    <dgm:cxn modelId="{AE0B28D8-DFAE-4474-931B-12674FBB9B48}" srcId="{E762ABA0-0A5D-40D9-8EC7-B460BF7DBBB4}" destId="{F820B8F9-1AED-483D-BE7B-DD26E66B5492}" srcOrd="0" destOrd="0" parTransId="{CF738746-FF63-4469-B46E-AABB69EEF358}" sibTransId="{334DAA6B-013F-4251-88D6-A18CBE9F0911}"/>
    <dgm:cxn modelId="{00DA45E2-911E-4FD9-9963-5766B14A7E84}" type="presOf" srcId="{C89FF61E-29A5-49E5-B50E-E3E1A8EAF4E6}" destId="{2E8105A7-B2A7-4492-AFD2-368B8E5481C0}" srcOrd="0" destOrd="0" presId="urn:microsoft.com/office/officeart/2018/2/layout/IconVerticalSolidList"/>
    <dgm:cxn modelId="{FC3422F6-3BAE-471B-8682-6C59093FE508}" type="presParOf" srcId="{24BC7EF1-3F87-45E4-95D1-8C8A755AE55F}" destId="{DECC3C11-69BC-491A-9971-F5629587DD11}" srcOrd="0" destOrd="0" presId="urn:microsoft.com/office/officeart/2018/2/layout/IconVerticalSolidList"/>
    <dgm:cxn modelId="{CFE484FC-664E-4185-BD2D-26120A208C5C}" type="presParOf" srcId="{DECC3C11-69BC-491A-9971-F5629587DD11}" destId="{5E677AE1-7A18-434B-A137-12401BEA5B64}" srcOrd="0" destOrd="0" presId="urn:microsoft.com/office/officeart/2018/2/layout/IconVerticalSolidList"/>
    <dgm:cxn modelId="{B75D34DB-4E8B-40DB-A084-B65B3E8EC2B2}" type="presParOf" srcId="{DECC3C11-69BC-491A-9971-F5629587DD11}" destId="{0DE661C7-FA52-43F9-9C3E-5223885AD919}" srcOrd="1" destOrd="0" presId="urn:microsoft.com/office/officeart/2018/2/layout/IconVerticalSolidList"/>
    <dgm:cxn modelId="{75621434-F1A2-4DE0-9C63-E61AB0129B34}" type="presParOf" srcId="{DECC3C11-69BC-491A-9971-F5629587DD11}" destId="{90B98004-2DC6-4F58-9A8D-F2C6A5BB7209}" srcOrd="2" destOrd="0" presId="urn:microsoft.com/office/officeart/2018/2/layout/IconVerticalSolidList"/>
    <dgm:cxn modelId="{37A4E65D-67EB-4815-A7DC-9C40AB28BAF6}" type="presParOf" srcId="{DECC3C11-69BC-491A-9971-F5629587DD11}" destId="{DAABF2FC-F483-41E4-8251-65B92A8B53A3}" srcOrd="3" destOrd="0" presId="urn:microsoft.com/office/officeart/2018/2/layout/IconVerticalSolidList"/>
    <dgm:cxn modelId="{D8B62BC7-4227-4B20-ACDC-F54A6868E470}" type="presParOf" srcId="{24BC7EF1-3F87-45E4-95D1-8C8A755AE55F}" destId="{D6726ECF-949F-4F56-91B7-1FD300E213E0}" srcOrd="1" destOrd="0" presId="urn:microsoft.com/office/officeart/2018/2/layout/IconVerticalSolidList"/>
    <dgm:cxn modelId="{EBB271A2-A13A-44AA-876D-B4CE19C75B3C}" type="presParOf" srcId="{24BC7EF1-3F87-45E4-95D1-8C8A755AE55F}" destId="{8136D468-E2D8-4758-83ED-4C319BF37210}" srcOrd="2" destOrd="0" presId="urn:microsoft.com/office/officeart/2018/2/layout/IconVerticalSolidList"/>
    <dgm:cxn modelId="{2F16A6F9-CD2C-4F17-90A0-249058E91A46}" type="presParOf" srcId="{8136D468-E2D8-4758-83ED-4C319BF37210}" destId="{127457C2-0ADB-4BF8-B9CC-C6D8D22ED82B}" srcOrd="0" destOrd="0" presId="urn:microsoft.com/office/officeart/2018/2/layout/IconVerticalSolidList"/>
    <dgm:cxn modelId="{ABD61DF9-8FC9-40E2-880A-C541C7986C76}" type="presParOf" srcId="{8136D468-E2D8-4758-83ED-4C319BF37210}" destId="{6D1594DF-880F-4981-8D86-A449F14B9A8D}" srcOrd="1" destOrd="0" presId="urn:microsoft.com/office/officeart/2018/2/layout/IconVerticalSolidList"/>
    <dgm:cxn modelId="{9B43E62B-2FE4-40C6-B15D-8AFB6DCFE694}" type="presParOf" srcId="{8136D468-E2D8-4758-83ED-4C319BF37210}" destId="{11BB37AE-6F6E-416F-A710-15A30C4C4D88}" srcOrd="2" destOrd="0" presId="urn:microsoft.com/office/officeart/2018/2/layout/IconVerticalSolidList"/>
    <dgm:cxn modelId="{0376C2DD-636F-4EE9-898E-36E6E498F2CB}" type="presParOf" srcId="{8136D468-E2D8-4758-83ED-4C319BF37210}" destId="{2E8105A7-B2A7-4492-AFD2-368B8E5481C0}" srcOrd="3" destOrd="0" presId="urn:microsoft.com/office/officeart/2018/2/layout/IconVerticalSolidList"/>
    <dgm:cxn modelId="{2D1AA8A2-254D-4933-B9FE-D0E08FEFE50B}" type="presParOf" srcId="{24BC7EF1-3F87-45E4-95D1-8C8A755AE55F}" destId="{0077C76E-9828-43D0-87CC-AEF120DDAED4}" srcOrd="3" destOrd="0" presId="urn:microsoft.com/office/officeart/2018/2/layout/IconVerticalSolidList"/>
    <dgm:cxn modelId="{3C27451C-873E-49D7-AC5A-E65E28762DE8}" type="presParOf" srcId="{24BC7EF1-3F87-45E4-95D1-8C8A755AE55F}" destId="{031C7B7C-9B47-4F2B-8AE8-913DF8C65C6F}" srcOrd="4" destOrd="0" presId="urn:microsoft.com/office/officeart/2018/2/layout/IconVerticalSolidList"/>
    <dgm:cxn modelId="{4D4C8B47-6DC2-4A47-8318-E9F14A8F624D}" type="presParOf" srcId="{031C7B7C-9B47-4F2B-8AE8-913DF8C65C6F}" destId="{F23D1436-4A4B-4B54-A7D9-CB18E9888808}" srcOrd="0" destOrd="0" presId="urn:microsoft.com/office/officeart/2018/2/layout/IconVerticalSolidList"/>
    <dgm:cxn modelId="{88EA8C05-6763-44C1-81D1-FC314EA60F02}" type="presParOf" srcId="{031C7B7C-9B47-4F2B-8AE8-913DF8C65C6F}" destId="{A18882CC-072B-4AC3-BF4A-B9CD086B58E6}" srcOrd="1" destOrd="0" presId="urn:microsoft.com/office/officeart/2018/2/layout/IconVerticalSolidList"/>
    <dgm:cxn modelId="{2058CCAB-E222-4D8E-85F8-0B99B418D9D4}" type="presParOf" srcId="{031C7B7C-9B47-4F2B-8AE8-913DF8C65C6F}" destId="{CD6FE759-B8CB-49C8-A3F9-51E442FEF73D}" srcOrd="2" destOrd="0" presId="urn:microsoft.com/office/officeart/2018/2/layout/IconVerticalSolidList"/>
    <dgm:cxn modelId="{C91E9A8B-A241-471C-BDEB-765101A83A05}" type="presParOf" srcId="{031C7B7C-9B47-4F2B-8AE8-913DF8C65C6F}" destId="{C9D1CC3B-4B38-4AB2-943F-248C7509CB47}" srcOrd="3" destOrd="0" presId="urn:microsoft.com/office/officeart/2018/2/layout/IconVerticalSolidList"/>
    <dgm:cxn modelId="{8FBDB0CF-6D4C-405A-9204-025208B07127}" type="presParOf" srcId="{24BC7EF1-3F87-45E4-95D1-8C8A755AE55F}" destId="{EC0E5C52-1D8F-4E98-A58C-18E5E4AD348D}" srcOrd="5" destOrd="0" presId="urn:microsoft.com/office/officeart/2018/2/layout/IconVerticalSolidList"/>
    <dgm:cxn modelId="{73CD6CA7-8BFA-423A-BFDC-9DE30CA8370A}" type="presParOf" srcId="{24BC7EF1-3F87-45E4-95D1-8C8A755AE55F}" destId="{C74C74DA-CD1C-499B-946D-00C4BCBFD230}" srcOrd="6" destOrd="0" presId="urn:microsoft.com/office/officeart/2018/2/layout/IconVerticalSolidList"/>
    <dgm:cxn modelId="{D10C39AF-A2BA-4475-A105-B196657BCA04}" type="presParOf" srcId="{C74C74DA-CD1C-499B-946D-00C4BCBFD230}" destId="{8912CEA7-A3AD-41AD-85AD-953122A7F604}" srcOrd="0" destOrd="0" presId="urn:microsoft.com/office/officeart/2018/2/layout/IconVerticalSolidList"/>
    <dgm:cxn modelId="{55082872-653F-4E36-9280-85BD8CAB56AD}" type="presParOf" srcId="{C74C74DA-CD1C-499B-946D-00C4BCBFD230}" destId="{3686B175-EA83-45AC-BC7E-376BA4D5293A}" srcOrd="1" destOrd="0" presId="urn:microsoft.com/office/officeart/2018/2/layout/IconVerticalSolidList"/>
    <dgm:cxn modelId="{58E8D6E3-9B4E-40A1-86AE-A029E99C3F40}" type="presParOf" srcId="{C74C74DA-CD1C-499B-946D-00C4BCBFD230}" destId="{6B6E51B5-2A21-4B66-A148-EE60A3A01948}" srcOrd="2" destOrd="0" presId="urn:microsoft.com/office/officeart/2018/2/layout/IconVerticalSolidList"/>
    <dgm:cxn modelId="{B98851D9-ACCD-45FF-8AD9-86F450F984C3}" type="presParOf" srcId="{C74C74DA-CD1C-499B-946D-00C4BCBFD230}" destId="{9CA2701C-C2E9-4FAE-BCEC-AAA501E220E1}" srcOrd="3" destOrd="0" presId="urn:microsoft.com/office/officeart/2018/2/layout/IconVerticalSolidList"/>
    <dgm:cxn modelId="{819B6BDE-10D3-49DF-80C8-26C5C494D42F}" type="presParOf" srcId="{24BC7EF1-3F87-45E4-95D1-8C8A755AE55F}" destId="{F522BA5A-D2A8-41A1-9B28-03E45B469E7B}" srcOrd="7" destOrd="0" presId="urn:microsoft.com/office/officeart/2018/2/layout/IconVerticalSolidList"/>
    <dgm:cxn modelId="{9D962CEA-C325-4D1B-B827-8AA6F3CC218B}" type="presParOf" srcId="{24BC7EF1-3F87-45E4-95D1-8C8A755AE55F}" destId="{DEACE036-0A07-4FE0-A7D5-B2649833D658}" srcOrd="8" destOrd="0" presId="urn:microsoft.com/office/officeart/2018/2/layout/IconVerticalSolidList"/>
    <dgm:cxn modelId="{73E70F11-AC60-4A1B-8763-B2E361996E27}" type="presParOf" srcId="{DEACE036-0A07-4FE0-A7D5-B2649833D658}" destId="{5AB6B6ED-435B-4F4C-89BF-F771AEB2FDDC}" srcOrd="0" destOrd="0" presId="urn:microsoft.com/office/officeart/2018/2/layout/IconVerticalSolidList"/>
    <dgm:cxn modelId="{70FE15F9-FA47-4250-8661-7E72618BF4CF}" type="presParOf" srcId="{DEACE036-0A07-4FE0-A7D5-B2649833D658}" destId="{E4984E19-850E-4C2F-922B-FDD01C1E6686}" srcOrd="1" destOrd="0" presId="urn:microsoft.com/office/officeart/2018/2/layout/IconVerticalSolidList"/>
    <dgm:cxn modelId="{D314DE8A-7B79-4640-B7D1-070E20A33F6D}" type="presParOf" srcId="{DEACE036-0A07-4FE0-A7D5-B2649833D658}" destId="{6DE9CA71-36C2-4E0F-B63A-F1D803AB2C12}" srcOrd="2" destOrd="0" presId="urn:microsoft.com/office/officeart/2018/2/layout/IconVerticalSolidList"/>
    <dgm:cxn modelId="{B122AF8A-54E4-4670-96B4-A38AC3EB6BF2}" type="presParOf" srcId="{DEACE036-0A07-4FE0-A7D5-B2649833D658}" destId="{4022970B-7B46-44B5-9D3F-2D8F17E27E4F}" srcOrd="3" destOrd="0" presId="urn:microsoft.com/office/officeart/2018/2/layout/IconVerticalSolidList"/>
    <dgm:cxn modelId="{D0154AD4-425B-47B6-A57D-631C42850607}" type="presParOf" srcId="{24BC7EF1-3F87-45E4-95D1-8C8A755AE55F}" destId="{C8A4E1DF-68B9-4CFF-B11F-28D1809642A6}" srcOrd="9" destOrd="0" presId="urn:microsoft.com/office/officeart/2018/2/layout/IconVerticalSolidList"/>
    <dgm:cxn modelId="{E4EC19A6-7AF4-419C-A1AF-7ED6D2CFED43}" type="presParOf" srcId="{24BC7EF1-3F87-45E4-95D1-8C8A755AE55F}" destId="{73AB2F91-C739-4A70-81A9-DF44611F2FC4}" srcOrd="10" destOrd="0" presId="urn:microsoft.com/office/officeart/2018/2/layout/IconVerticalSolidList"/>
    <dgm:cxn modelId="{948F3CAD-CBDF-484E-B134-3A473EA4CD8D}" type="presParOf" srcId="{73AB2F91-C739-4A70-81A9-DF44611F2FC4}" destId="{C32C963A-C847-474F-A561-7B48B43BFC14}" srcOrd="0" destOrd="0" presId="urn:microsoft.com/office/officeart/2018/2/layout/IconVerticalSolidList"/>
    <dgm:cxn modelId="{6D1B1A50-1930-4CF1-93C0-4C8732D811A2}" type="presParOf" srcId="{73AB2F91-C739-4A70-81A9-DF44611F2FC4}" destId="{0BB1046D-9C55-4602-8597-AEE23D712F4A}" srcOrd="1" destOrd="0" presId="urn:microsoft.com/office/officeart/2018/2/layout/IconVerticalSolidList"/>
    <dgm:cxn modelId="{72C11713-2FB7-4A4D-B8EE-8304063D0B19}" type="presParOf" srcId="{73AB2F91-C739-4A70-81A9-DF44611F2FC4}" destId="{C2A704EF-4736-426D-AD09-FA504BB85D25}" srcOrd="2" destOrd="0" presId="urn:microsoft.com/office/officeart/2018/2/layout/IconVerticalSolidList"/>
    <dgm:cxn modelId="{5DD5EBD3-315B-4F72-9EAB-2F9F0EB82779}" type="presParOf" srcId="{73AB2F91-C739-4A70-81A9-DF44611F2FC4}" destId="{C11D7692-FA64-4940-926D-6FC96B687AB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7F47955-7296-44F2-BD11-8130C895852C}"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99DD7183-0515-49FD-9C38-A16A0D78DFE8}">
      <dgm:prSet/>
      <dgm:spPr/>
      <dgm:t>
        <a:bodyPr/>
        <a:lstStyle/>
        <a:p>
          <a:r>
            <a:rPr lang="en-US"/>
            <a:t>There are gifted kids in EVERY classroom (and they might not know it)</a:t>
          </a:r>
        </a:p>
      </dgm:t>
    </dgm:pt>
    <dgm:pt modelId="{5C086B23-B1AB-4BB9-A756-602E256D6B49}" type="parTrans" cxnId="{6070E6B2-02CB-42D2-A37E-A72A9D01B904}">
      <dgm:prSet/>
      <dgm:spPr/>
      <dgm:t>
        <a:bodyPr/>
        <a:lstStyle/>
        <a:p>
          <a:endParaRPr lang="en-US"/>
        </a:p>
      </dgm:t>
    </dgm:pt>
    <dgm:pt modelId="{206D6057-BEAC-42AD-A076-4BB7DE1D684D}" type="sibTrans" cxnId="{6070E6B2-02CB-42D2-A37E-A72A9D01B904}">
      <dgm:prSet/>
      <dgm:spPr/>
      <dgm:t>
        <a:bodyPr/>
        <a:lstStyle/>
        <a:p>
          <a:endParaRPr lang="en-US"/>
        </a:p>
      </dgm:t>
    </dgm:pt>
    <dgm:pt modelId="{9A652E8C-840E-4068-9F40-97778B0C1C6F}">
      <dgm:prSet/>
      <dgm:spPr/>
      <dgm:t>
        <a:bodyPr/>
        <a:lstStyle/>
        <a:p>
          <a:r>
            <a:rPr lang="en-US"/>
            <a:t>Supporting our best and brightest is very important</a:t>
          </a:r>
        </a:p>
      </dgm:t>
    </dgm:pt>
    <dgm:pt modelId="{8FB394C0-0373-4BE7-8031-92482B26CC3D}" type="parTrans" cxnId="{1B868620-91BC-4FE5-97B2-616EC682643C}">
      <dgm:prSet/>
      <dgm:spPr/>
      <dgm:t>
        <a:bodyPr/>
        <a:lstStyle/>
        <a:p>
          <a:endParaRPr lang="en-US"/>
        </a:p>
      </dgm:t>
    </dgm:pt>
    <dgm:pt modelId="{D09BC82E-432B-4D2A-B70A-79A9B0509722}" type="sibTrans" cxnId="{1B868620-91BC-4FE5-97B2-616EC682643C}">
      <dgm:prSet/>
      <dgm:spPr/>
      <dgm:t>
        <a:bodyPr/>
        <a:lstStyle/>
        <a:p>
          <a:endParaRPr lang="en-US"/>
        </a:p>
      </dgm:t>
    </dgm:pt>
    <dgm:pt modelId="{CE1CDCD9-EBE6-4C19-9B14-09A727B0BCD7}">
      <dgm:prSet/>
      <dgm:spPr/>
      <dgm:t>
        <a:bodyPr/>
        <a:lstStyle/>
        <a:p>
          <a:r>
            <a:rPr lang="en-US"/>
            <a:t>Pushes the boundaries of pedagogy and praxis </a:t>
          </a:r>
        </a:p>
      </dgm:t>
    </dgm:pt>
    <dgm:pt modelId="{73BDED77-7BE9-40B1-987A-7EFD5B9CCEAE}" type="parTrans" cxnId="{BE142816-EB51-4D83-A514-8CEDC3537753}">
      <dgm:prSet/>
      <dgm:spPr/>
      <dgm:t>
        <a:bodyPr/>
        <a:lstStyle/>
        <a:p>
          <a:endParaRPr lang="en-US"/>
        </a:p>
      </dgm:t>
    </dgm:pt>
    <dgm:pt modelId="{3112614F-8DBE-4908-AC0E-AC1D16092B5C}" type="sibTrans" cxnId="{BE142816-EB51-4D83-A514-8CEDC3537753}">
      <dgm:prSet/>
      <dgm:spPr/>
      <dgm:t>
        <a:bodyPr/>
        <a:lstStyle/>
        <a:p>
          <a:endParaRPr lang="en-US"/>
        </a:p>
      </dgm:t>
    </dgm:pt>
    <dgm:pt modelId="{B52ACAEB-0155-4335-83F5-E4F5CFA3DD66}">
      <dgm:prSet/>
      <dgm:spPr/>
      <dgm:t>
        <a:bodyPr/>
        <a:lstStyle/>
        <a:p>
          <a:r>
            <a:rPr lang="en-US"/>
            <a:t>Integration of social/emotional needs and education</a:t>
          </a:r>
        </a:p>
      </dgm:t>
    </dgm:pt>
    <dgm:pt modelId="{7E40A573-6B18-429D-B02A-CA81887BEC1D}" type="parTrans" cxnId="{8935C37C-6B88-4CF7-823F-37B7E90A28FE}">
      <dgm:prSet/>
      <dgm:spPr/>
      <dgm:t>
        <a:bodyPr/>
        <a:lstStyle/>
        <a:p>
          <a:endParaRPr lang="en-US"/>
        </a:p>
      </dgm:t>
    </dgm:pt>
    <dgm:pt modelId="{C468500F-2F3E-411A-8653-D5DD4FD6DDCA}" type="sibTrans" cxnId="{8935C37C-6B88-4CF7-823F-37B7E90A28FE}">
      <dgm:prSet/>
      <dgm:spPr/>
      <dgm:t>
        <a:bodyPr/>
        <a:lstStyle/>
        <a:p>
          <a:endParaRPr lang="en-US"/>
        </a:p>
      </dgm:t>
    </dgm:pt>
    <dgm:pt modelId="{8D69D3B1-197B-4C34-9CA4-1F88828BDF0F}">
      <dgm:prSet/>
      <dgm:spPr/>
      <dgm:t>
        <a:bodyPr/>
        <a:lstStyle/>
        <a:p>
          <a:r>
            <a:rPr lang="en-US"/>
            <a:t>High-level collaboration</a:t>
          </a:r>
        </a:p>
      </dgm:t>
    </dgm:pt>
    <dgm:pt modelId="{CFCF60F1-1AC2-4457-A0D1-33E81221F334}" type="parTrans" cxnId="{221795F4-C804-4DF0-9E46-1AF73AA0A1A6}">
      <dgm:prSet/>
      <dgm:spPr/>
      <dgm:t>
        <a:bodyPr/>
        <a:lstStyle/>
        <a:p>
          <a:endParaRPr lang="en-US"/>
        </a:p>
      </dgm:t>
    </dgm:pt>
    <dgm:pt modelId="{2BE93A64-7F01-4800-8FDD-EA90A8FC80C5}" type="sibTrans" cxnId="{221795F4-C804-4DF0-9E46-1AF73AA0A1A6}">
      <dgm:prSet/>
      <dgm:spPr/>
      <dgm:t>
        <a:bodyPr/>
        <a:lstStyle/>
        <a:p>
          <a:endParaRPr lang="en-US"/>
        </a:p>
      </dgm:t>
    </dgm:pt>
    <dgm:pt modelId="{117F9CBD-E88A-4030-9173-A8674D70AB2A}">
      <dgm:prSet/>
      <dgm:spPr/>
      <dgm:t>
        <a:bodyPr/>
        <a:lstStyle/>
        <a:p>
          <a:r>
            <a:rPr lang="en-US"/>
            <a:t>Individualized Education Plans (IEP)</a:t>
          </a:r>
        </a:p>
      </dgm:t>
    </dgm:pt>
    <dgm:pt modelId="{C2AA5106-861A-40C3-8FD3-D0D043EAF8AE}" type="parTrans" cxnId="{7C302EC2-6C15-4864-93B1-52CAB99D4384}">
      <dgm:prSet/>
      <dgm:spPr/>
      <dgm:t>
        <a:bodyPr/>
        <a:lstStyle/>
        <a:p>
          <a:endParaRPr lang="en-US"/>
        </a:p>
      </dgm:t>
    </dgm:pt>
    <dgm:pt modelId="{CB047E64-90B2-40C3-8961-5266A3732A36}" type="sibTrans" cxnId="{7C302EC2-6C15-4864-93B1-52CAB99D4384}">
      <dgm:prSet/>
      <dgm:spPr/>
      <dgm:t>
        <a:bodyPr/>
        <a:lstStyle/>
        <a:p>
          <a:endParaRPr lang="en-US"/>
        </a:p>
      </dgm:t>
    </dgm:pt>
    <dgm:pt modelId="{E8BDD927-5FF6-4BE8-9BA4-4AEDC5067C63}">
      <dgm:prSet/>
      <dgm:spPr/>
      <dgm:t>
        <a:bodyPr/>
        <a:lstStyle/>
        <a:p>
          <a:r>
            <a:rPr lang="en-US"/>
            <a:t>Gifted-IEP</a:t>
          </a:r>
        </a:p>
      </dgm:t>
    </dgm:pt>
    <dgm:pt modelId="{4EBD917C-68F7-485E-A5DC-36CC3197B61F}" type="parTrans" cxnId="{A76BF52D-505C-4912-87CE-20DC85FDFF0B}">
      <dgm:prSet/>
      <dgm:spPr/>
      <dgm:t>
        <a:bodyPr/>
        <a:lstStyle/>
        <a:p>
          <a:endParaRPr lang="en-US"/>
        </a:p>
      </dgm:t>
    </dgm:pt>
    <dgm:pt modelId="{17637409-05D9-4959-B017-1E2D616D9216}" type="sibTrans" cxnId="{A76BF52D-505C-4912-87CE-20DC85FDFF0B}">
      <dgm:prSet/>
      <dgm:spPr/>
      <dgm:t>
        <a:bodyPr/>
        <a:lstStyle/>
        <a:p>
          <a:endParaRPr lang="en-US"/>
        </a:p>
      </dgm:t>
    </dgm:pt>
    <dgm:pt modelId="{C5DE71D5-9AD7-4CD9-A55C-4693830E43B0}">
      <dgm:prSet/>
      <dgm:spPr/>
      <dgm:t>
        <a:bodyPr/>
        <a:lstStyle/>
        <a:p>
          <a:r>
            <a:rPr lang="en-US"/>
            <a:t>504 Plans</a:t>
          </a:r>
        </a:p>
      </dgm:t>
    </dgm:pt>
    <dgm:pt modelId="{D17159F0-3FF2-4BC7-BF43-4E2E2197773A}" type="parTrans" cxnId="{D771864D-D626-48CC-8C21-5AC59F6F0F23}">
      <dgm:prSet/>
      <dgm:spPr/>
      <dgm:t>
        <a:bodyPr/>
        <a:lstStyle/>
        <a:p>
          <a:endParaRPr lang="en-US"/>
        </a:p>
      </dgm:t>
    </dgm:pt>
    <dgm:pt modelId="{B205613C-6B2C-4D63-B4FE-18DC786E68BC}" type="sibTrans" cxnId="{D771864D-D626-48CC-8C21-5AC59F6F0F23}">
      <dgm:prSet/>
      <dgm:spPr/>
      <dgm:t>
        <a:bodyPr/>
        <a:lstStyle/>
        <a:p>
          <a:endParaRPr lang="en-US"/>
        </a:p>
      </dgm:t>
    </dgm:pt>
    <dgm:pt modelId="{61130522-9E42-42CB-9AEE-3B449C7A3C4D}">
      <dgm:prSet/>
      <dgm:spPr/>
      <dgm:t>
        <a:bodyPr/>
        <a:lstStyle/>
        <a:p>
          <a:r>
            <a:rPr lang="en-US"/>
            <a:t>Gifted education is a great career prospect</a:t>
          </a:r>
        </a:p>
      </dgm:t>
    </dgm:pt>
    <dgm:pt modelId="{A1ACFDB8-13AB-4847-BBEA-D03720E68E75}" type="parTrans" cxnId="{AB188955-8B53-4F49-B382-6AC70083B7B4}">
      <dgm:prSet/>
      <dgm:spPr/>
      <dgm:t>
        <a:bodyPr/>
        <a:lstStyle/>
        <a:p>
          <a:endParaRPr lang="en-US"/>
        </a:p>
      </dgm:t>
    </dgm:pt>
    <dgm:pt modelId="{706681E9-A39F-49DF-9B7D-399104178B52}" type="sibTrans" cxnId="{AB188955-8B53-4F49-B382-6AC70083B7B4}">
      <dgm:prSet/>
      <dgm:spPr/>
      <dgm:t>
        <a:bodyPr/>
        <a:lstStyle/>
        <a:p>
          <a:endParaRPr lang="en-US"/>
        </a:p>
      </dgm:t>
    </dgm:pt>
    <dgm:pt modelId="{C034CFC2-AF01-49C0-92D4-9ED48D170656}" type="pres">
      <dgm:prSet presAssocID="{27F47955-7296-44F2-BD11-8130C895852C}" presName="root" presStyleCnt="0">
        <dgm:presLayoutVars>
          <dgm:dir/>
          <dgm:resizeHandles val="exact"/>
        </dgm:presLayoutVars>
      </dgm:prSet>
      <dgm:spPr/>
    </dgm:pt>
    <dgm:pt modelId="{C101915B-D1A4-4B68-B7A1-214B743362FC}" type="pres">
      <dgm:prSet presAssocID="{99DD7183-0515-49FD-9C38-A16A0D78DFE8}" presName="compNode" presStyleCnt="0"/>
      <dgm:spPr/>
    </dgm:pt>
    <dgm:pt modelId="{42338CBB-7678-4CD7-8DEB-8EEF1DEB2410}" type="pres">
      <dgm:prSet presAssocID="{99DD7183-0515-49FD-9C38-A16A0D78DFE8}" presName="bgRect" presStyleLbl="bgShp" presStyleIdx="0" presStyleCnt="6"/>
      <dgm:spPr/>
    </dgm:pt>
    <dgm:pt modelId="{072BA0EA-7929-433F-AD17-50E852BCFE58}" type="pres">
      <dgm:prSet presAssocID="{99DD7183-0515-49FD-9C38-A16A0D78DFE8}"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assroom"/>
        </a:ext>
      </dgm:extLst>
    </dgm:pt>
    <dgm:pt modelId="{D5DC7898-6A2E-441B-A395-DF200127BA10}" type="pres">
      <dgm:prSet presAssocID="{99DD7183-0515-49FD-9C38-A16A0D78DFE8}" presName="spaceRect" presStyleCnt="0"/>
      <dgm:spPr/>
    </dgm:pt>
    <dgm:pt modelId="{865C1D60-B0D3-4383-B628-C723E5A92AEF}" type="pres">
      <dgm:prSet presAssocID="{99DD7183-0515-49FD-9C38-A16A0D78DFE8}" presName="parTx" presStyleLbl="revTx" presStyleIdx="0" presStyleCnt="7">
        <dgm:presLayoutVars>
          <dgm:chMax val="0"/>
          <dgm:chPref val="0"/>
        </dgm:presLayoutVars>
      </dgm:prSet>
      <dgm:spPr/>
    </dgm:pt>
    <dgm:pt modelId="{83674D20-A8DA-4329-A2A3-ABAF4E0B0C07}" type="pres">
      <dgm:prSet presAssocID="{206D6057-BEAC-42AD-A076-4BB7DE1D684D}" presName="sibTrans" presStyleCnt="0"/>
      <dgm:spPr/>
    </dgm:pt>
    <dgm:pt modelId="{89D3C696-430D-496E-ACC0-64098193C4A8}" type="pres">
      <dgm:prSet presAssocID="{9A652E8C-840E-4068-9F40-97778B0C1C6F}" presName="compNode" presStyleCnt="0"/>
      <dgm:spPr/>
    </dgm:pt>
    <dgm:pt modelId="{38B70517-11CF-4ADE-900A-066AA3E5AF38}" type="pres">
      <dgm:prSet presAssocID="{9A652E8C-840E-4068-9F40-97778B0C1C6F}" presName="bgRect" presStyleLbl="bgShp" presStyleIdx="1" presStyleCnt="6"/>
      <dgm:spPr/>
    </dgm:pt>
    <dgm:pt modelId="{4A2E6F62-74D4-46A0-995A-D088ADC4BD80}" type="pres">
      <dgm:prSet presAssocID="{9A652E8C-840E-4068-9F40-97778B0C1C6F}"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rophy"/>
        </a:ext>
      </dgm:extLst>
    </dgm:pt>
    <dgm:pt modelId="{3440EB94-BCFF-444F-8689-8A00D3B3F204}" type="pres">
      <dgm:prSet presAssocID="{9A652E8C-840E-4068-9F40-97778B0C1C6F}" presName="spaceRect" presStyleCnt="0"/>
      <dgm:spPr/>
    </dgm:pt>
    <dgm:pt modelId="{86D49644-40B8-41BB-9571-D4D5CE808ACC}" type="pres">
      <dgm:prSet presAssocID="{9A652E8C-840E-4068-9F40-97778B0C1C6F}" presName="parTx" presStyleLbl="revTx" presStyleIdx="1" presStyleCnt="7">
        <dgm:presLayoutVars>
          <dgm:chMax val="0"/>
          <dgm:chPref val="0"/>
        </dgm:presLayoutVars>
      </dgm:prSet>
      <dgm:spPr/>
    </dgm:pt>
    <dgm:pt modelId="{3E163EB3-8FE5-4E57-BC75-CEC92FF237C8}" type="pres">
      <dgm:prSet presAssocID="{D09BC82E-432B-4D2A-B70A-79A9B0509722}" presName="sibTrans" presStyleCnt="0"/>
      <dgm:spPr/>
    </dgm:pt>
    <dgm:pt modelId="{413B0CEC-0C8E-4E01-B545-97AB905EC386}" type="pres">
      <dgm:prSet presAssocID="{CE1CDCD9-EBE6-4C19-9B14-09A727B0BCD7}" presName="compNode" presStyleCnt="0"/>
      <dgm:spPr/>
    </dgm:pt>
    <dgm:pt modelId="{D38A3691-E5CE-4F59-B141-AB58701B1D8E}" type="pres">
      <dgm:prSet presAssocID="{CE1CDCD9-EBE6-4C19-9B14-09A727B0BCD7}" presName="bgRect" presStyleLbl="bgShp" presStyleIdx="2" presStyleCnt="6"/>
      <dgm:spPr/>
    </dgm:pt>
    <dgm:pt modelId="{23220FA6-0B52-4739-B0D5-662912ECB706}" type="pres">
      <dgm:prSet presAssocID="{CE1CDCD9-EBE6-4C19-9B14-09A727B0BCD7}"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onductor"/>
        </a:ext>
      </dgm:extLst>
    </dgm:pt>
    <dgm:pt modelId="{4ED5359C-4677-4E41-AAA7-60EA10CC0AC2}" type="pres">
      <dgm:prSet presAssocID="{CE1CDCD9-EBE6-4C19-9B14-09A727B0BCD7}" presName="spaceRect" presStyleCnt="0"/>
      <dgm:spPr/>
    </dgm:pt>
    <dgm:pt modelId="{CAE1E7CD-B648-40FD-AB83-7C497C8BCB3D}" type="pres">
      <dgm:prSet presAssocID="{CE1CDCD9-EBE6-4C19-9B14-09A727B0BCD7}" presName="parTx" presStyleLbl="revTx" presStyleIdx="2" presStyleCnt="7">
        <dgm:presLayoutVars>
          <dgm:chMax val="0"/>
          <dgm:chPref val="0"/>
        </dgm:presLayoutVars>
      </dgm:prSet>
      <dgm:spPr/>
    </dgm:pt>
    <dgm:pt modelId="{18285FE8-7BB2-41C0-B22A-F35B80E3DE2A}" type="pres">
      <dgm:prSet presAssocID="{3112614F-8DBE-4908-AC0E-AC1D16092B5C}" presName="sibTrans" presStyleCnt="0"/>
      <dgm:spPr/>
    </dgm:pt>
    <dgm:pt modelId="{F8B6B265-25B2-4AF0-AF5E-0F59CAF70D3E}" type="pres">
      <dgm:prSet presAssocID="{B52ACAEB-0155-4335-83F5-E4F5CFA3DD66}" presName="compNode" presStyleCnt="0"/>
      <dgm:spPr/>
    </dgm:pt>
    <dgm:pt modelId="{D478DF82-C245-4807-8775-FA0315849436}" type="pres">
      <dgm:prSet presAssocID="{B52ACAEB-0155-4335-83F5-E4F5CFA3DD66}" presName="bgRect" presStyleLbl="bgShp" presStyleIdx="3" presStyleCnt="6"/>
      <dgm:spPr/>
    </dgm:pt>
    <dgm:pt modelId="{3F40EDEE-4E85-454E-A5D1-76A88C28F177}" type="pres">
      <dgm:prSet presAssocID="{B52ACAEB-0155-4335-83F5-E4F5CFA3DD66}"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hildren"/>
        </a:ext>
      </dgm:extLst>
    </dgm:pt>
    <dgm:pt modelId="{EB8D8DDE-49AC-453E-A942-F7B9344E8B97}" type="pres">
      <dgm:prSet presAssocID="{B52ACAEB-0155-4335-83F5-E4F5CFA3DD66}" presName="spaceRect" presStyleCnt="0"/>
      <dgm:spPr/>
    </dgm:pt>
    <dgm:pt modelId="{45BFFE3A-C224-4D15-AD0B-081075CF144B}" type="pres">
      <dgm:prSet presAssocID="{B52ACAEB-0155-4335-83F5-E4F5CFA3DD66}" presName="parTx" presStyleLbl="revTx" presStyleIdx="3" presStyleCnt="7">
        <dgm:presLayoutVars>
          <dgm:chMax val="0"/>
          <dgm:chPref val="0"/>
        </dgm:presLayoutVars>
      </dgm:prSet>
      <dgm:spPr/>
    </dgm:pt>
    <dgm:pt modelId="{E7C3FB73-B568-46DE-897F-0E70D8489B61}" type="pres">
      <dgm:prSet presAssocID="{C468500F-2F3E-411A-8653-D5DD4FD6DDCA}" presName="sibTrans" presStyleCnt="0"/>
      <dgm:spPr/>
    </dgm:pt>
    <dgm:pt modelId="{BE3D188F-676C-47F9-B6EA-6E724EC8CE9A}" type="pres">
      <dgm:prSet presAssocID="{8D69D3B1-197B-4C34-9CA4-1F88828BDF0F}" presName="compNode" presStyleCnt="0"/>
      <dgm:spPr/>
    </dgm:pt>
    <dgm:pt modelId="{3488435B-B597-4755-BA41-7057805C487D}" type="pres">
      <dgm:prSet presAssocID="{8D69D3B1-197B-4C34-9CA4-1F88828BDF0F}" presName="bgRect" presStyleLbl="bgShp" presStyleIdx="4" presStyleCnt="6"/>
      <dgm:spPr/>
    </dgm:pt>
    <dgm:pt modelId="{30D3AA92-1642-41C0-B4DF-D2E992DDB211}" type="pres">
      <dgm:prSet presAssocID="{8D69D3B1-197B-4C34-9CA4-1F88828BDF0F}"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Books"/>
        </a:ext>
      </dgm:extLst>
    </dgm:pt>
    <dgm:pt modelId="{7063286E-DA41-4986-97AF-413EA96D5E46}" type="pres">
      <dgm:prSet presAssocID="{8D69D3B1-197B-4C34-9CA4-1F88828BDF0F}" presName="spaceRect" presStyleCnt="0"/>
      <dgm:spPr/>
    </dgm:pt>
    <dgm:pt modelId="{6B593A19-FDBC-4C28-8C03-C25B1EA53208}" type="pres">
      <dgm:prSet presAssocID="{8D69D3B1-197B-4C34-9CA4-1F88828BDF0F}" presName="parTx" presStyleLbl="revTx" presStyleIdx="4" presStyleCnt="7">
        <dgm:presLayoutVars>
          <dgm:chMax val="0"/>
          <dgm:chPref val="0"/>
        </dgm:presLayoutVars>
      </dgm:prSet>
      <dgm:spPr/>
    </dgm:pt>
    <dgm:pt modelId="{46B917B3-8AD4-4115-BFE0-8B74EB54629C}" type="pres">
      <dgm:prSet presAssocID="{8D69D3B1-197B-4C34-9CA4-1F88828BDF0F}" presName="desTx" presStyleLbl="revTx" presStyleIdx="5" presStyleCnt="7">
        <dgm:presLayoutVars/>
      </dgm:prSet>
      <dgm:spPr/>
    </dgm:pt>
    <dgm:pt modelId="{2C8069B1-EFFC-4BA0-806B-198D22F19842}" type="pres">
      <dgm:prSet presAssocID="{2BE93A64-7F01-4800-8FDD-EA90A8FC80C5}" presName="sibTrans" presStyleCnt="0"/>
      <dgm:spPr/>
    </dgm:pt>
    <dgm:pt modelId="{ACF7FA57-872A-4085-974F-DD72B921A5A5}" type="pres">
      <dgm:prSet presAssocID="{61130522-9E42-42CB-9AEE-3B449C7A3C4D}" presName="compNode" presStyleCnt="0"/>
      <dgm:spPr/>
    </dgm:pt>
    <dgm:pt modelId="{D9054F11-547E-4687-8BEA-3DDF9B9979AC}" type="pres">
      <dgm:prSet presAssocID="{61130522-9E42-42CB-9AEE-3B449C7A3C4D}" presName="bgRect" presStyleLbl="bgShp" presStyleIdx="5" presStyleCnt="6"/>
      <dgm:spPr/>
    </dgm:pt>
    <dgm:pt modelId="{303D874E-230D-4567-8A8F-614A021AE2AE}" type="pres">
      <dgm:prSet presAssocID="{61130522-9E42-42CB-9AEE-3B449C7A3C4D}"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Diploma Roll"/>
        </a:ext>
      </dgm:extLst>
    </dgm:pt>
    <dgm:pt modelId="{488BBB2C-515C-4CC6-843B-7C15E4DF1F23}" type="pres">
      <dgm:prSet presAssocID="{61130522-9E42-42CB-9AEE-3B449C7A3C4D}" presName="spaceRect" presStyleCnt="0"/>
      <dgm:spPr/>
    </dgm:pt>
    <dgm:pt modelId="{949EB537-DB2A-4FEB-9E02-08081421D2A8}" type="pres">
      <dgm:prSet presAssocID="{61130522-9E42-42CB-9AEE-3B449C7A3C4D}" presName="parTx" presStyleLbl="revTx" presStyleIdx="6" presStyleCnt="7">
        <dgm:presLayoutVars>
          <dgm:chMax val="0"/>
          <dgm:chPref val="0"/>
        </dgm:presLayoutVars>
      </dgm:prSet>
      <dgm:spPr/>
    </dgm:pt>
  </dgm:ptLst>
  <dgm:cxnLst>
    <dgm:cxn modelId="{E639D00B-218B-4031-A32E-9B54E712E775}" type="presOf" srcId="{E8BDD927-5FF6-4BE8-9BA4-4AEDC5067C63}" destId="{46B917B3-8AD4-4115-BFE0-8B74EB54629C}" srcOrd="0" destOrd="1" presId="urn:microsoft.com/office/officeart/2018/2/layout/IconVerticalSolidList"/>
    <dgm:cxn modelId="{BE142816-EB51-4D83-A514-8CEDC3537753}" srcId="{27F47955-7296-44F2-BD11-8130C895852C}" destId="{CE1CDCD9-EBE6-4C19-9B14-09A727B0BCD7}" srcOrd="2" destOrd="0" parTransId="{73BDED77-7BE9-40B1-987A-7EFD5B9CCEAE}" sibTransId="{3112614F-8DBE-4908-AC0E-AC1D16092B5C}"/>
    <dgm:cxn modelId="{1B868620-91BC-4FE5-97B2-616EC682643C}" srcId="{27F47955-7296-44F2-BD11-8130C895852C}" destId="{9A652E8C-840E-4068-9F40-97778B0C1C6F}" srcOrd="1" destOrd="0" parTransId="{8FB394C0-0373-4BE7-8031-92482B26CC3D}" sibTransId="{D09BC82E-432B-4D2A-B70A-79A9B0509722}"/>
    <dgm:cxn modelId="{A76BF52D-505C-4912-87CE-20DC85FDFF0B}" srcId="{8D69D3B1-197B-4C34-9CA4-1F88828BDF0F}" destId="{E8BDD927-5FF6-4BE8-9BA4-4AEDC5067C63}" srcOrd="1" destOrd="0" parTransId="{4EBD917C-68F7-485E-A5DC-36CC3197B61F}" sibTransId="{17637409-05D9-4959-B017-1E2D616D9216}"/>
    <dgm:cxn modelId="{39ABCA3A-D0EE-4C0D-956E-418C654A9C8A}" type="presOf" srcId="{8D69D3B1-197B-4C34-9CA4-1F88828BDF0F}" destId="{6B593A19-FDBC-4C28-8C03-C25B1EA53208}" srcOrd="0" destOrd="0" presId="urn:microsoft.com/office/officeart/2018/2/layout/IconVerticalSolidList"/>
    <dgm:cxn modelId="{D771864D-D626-48CC-8C21-5AC59F6F0F23}" srcId="{8D69D3B1-197B-4C34-9CA4-1F88828BDF0F}" destId="{C5DE71D5-9AD7-4CD9-A55C-4693830E43B0}" srcOrd="2" destOrd="0" parTransId="{D17159F0-3FF2-4BC7-BF43-4E2E2197773A}" sibTransId="{B205613C-6B2C-4D63-B4FE-18DC786E68BC}"/>
    <dgm:cxn modelId="{AB188955-8B53-4F49-B382-6AC70083B7B4}" srcId="{27F47955-7296-44F2-BD11-8130C895852C}" destId="{61130522-9E42-42CB-9AEE-3B449C7A3C4D}" srcOrd="5" destOrd="0" parTransId="{A1ACFDB8-13AB-4847-BBEA-D03720E68E75}" sibTransId="{706681E9-A39F-49DF-9B7D-399104178B52}"/>
    <dgm:cxn modelId="{C4345E69-B3D6-4A34-9BBE-64233A9F0668}" type="presOf" srcId="{61130522-9E42-42CB-9AEE-3B449C7A3C4D}" destId="{949EB537-DB2A-4FEB-9E02-08081421D2A8}" srcOrd="0" destOrd="0" presId="urn:microsoft.com/office/officeart/2018/2/layout/IconVerticalSolidList"/>
    <dgm:cxn modelId="{A5D97F6A-BE84-4A82-B444-8B6AC9AC5C50}" type="presOf" srcId="{C5DE71D5-9AD7-4CD9-A55C-4693830E43B0}" destId="{46B917B3-8AD4-4115-BFE0-8B74EB54629C}" srcOrd="0" destOrd="2" presId="urn:microsoft.com/office/officeart/2018/2/layout/IconVerticalSolidList"/>
    <dgm:cxn modelId="{7B7B1D7B-0EBE-4720-8819-EA666BCDCACB}" type="presOf" srcId="{B52ACAEB-0155-4335-83F5-E4F5CFA3DD66}" destId="{45BFFE3A-C224-4D15-AD0B-081075CF144B}" srcOrd="0" destOrd="0" presId="urn:microsoft.com/office/officeart/2018/2/layout/IconVerticalSolidList"/>
    <dgm:cxn modelId="{8935C37C-6B88-4CF7-823F-37B7E90A28FE}" srcId="{27F47955-7296-44F2-BD11-8130C895852C}" destId="{B52ACAEB-0155-4335-83F5-E4F5CFA3DD66}" srcOrd="3" destOrd="0" parTransId="{7E40A573-6B18-429D-B02A-CA81887BEC1D}" sibTransId="{C468500F-2F3E-411A-8653-D5DD4FD6DDCA}"/>
    <dgm:cxn modelId="{6070E6B2-02CB-42D2-A37E-A72A9D01B904}" srcId="{27F47955-7296-44F2-BD11-8130C895852C}" destId="{99DD7183-0515-49FD-9C38-A16A0D78DFE8}" srcOrd="0" destOrd="0" parTransId="{5C086B23-B1AB-4BB9-A756-602E256D6B49}" sibTransId="{206D6057-BEAC-42AD-A076-4BB7DE1D684D}"/>
    <dgm:cxn modelId="{7C302EC2-6C15-4864-93B1-52CAB99D4384}" srcId="{8D69D3B1-197B-4C34-9CA4-1F88828BDF0F}" destId="{117F9CBD-E88A-4030-9173-A8674D70AB2A}" srcOrd="0" destOrd="0" parTransId="{C2AA5106-861A-40C3-8FD3-D0D043EAF8AE}" sibTransId="{CB047E64-90B2-40C3-8961-5266A3732A36}"/>
    <dgm:cxn modelId="{9178D0C2-B4ED-4069-9143-41B6C446B863}" type="presOf" srcId="{9A652E8C-840E-4068-9F40-97778B0C1C6F}" destId="{86D49644-40B8-41BB-9571-D4D5CE808ACC}" srcOrd="0" destOrd="0" presId="urn:microsoft.com/office/officeart/2018/2/layout/IconVerticalSolidList"/>
    <dgm:cxn modelId="{B7AE23C4-25A4-42BE-9897-34B2D4A792D6}" type="presOf" srcId="{CE1CDCD9-EBE6-4C19-9B14-09A727B0BCD7}" destId="{CAE1E7CD-B648-40FD-AB83-7C497C8BCB3D}" srcOrd="0" destOrd="0" presId="urn:microsoft.com/office/officeart/2018/2/layout/IconVerticalSolidList"/>
    <dgm:cxn modelId="{B65C82CF-1C25-47B1-8EE5-A38836570706}" type="presOf" srcId="{117F9CBD-E88A-4030-9173-A8674D70AB2A}" destId="{46B917B3-8AD4-4115-BFE0-8B74EB54629C}" srcOrd="0" destOrd="0" presId="urn:microsoft.com/office/officeart/2018/2/layout/IconVerticalSolidList"/>
    <dgm:cxn modelId="{E14F71D5-26D5-42E0-ACF5-1673CA23DE2E}" type="presOf" srcId="{27F47955-7296-44F2-BD11-8130C895852C}" destId="{C034CFC2-AF01-49C0-92D4-9ED48D170656}" srcOrd="0" destOrd="0" presId="urn:microsoft.com/office/officeart/2018/2/layout/IconVerticalSolidList"/>
    <dgm:cxn modelId="{7EDB60F2-4FF6-4549-A296-C0590592AA53}" type="presOf" srcId="{99DD7183-0515-49FD-9C38-A16A0D78DFE8}" destId="{865C1D60-B0D3-4383-B628-C723E5A92AEF}" srcOrd="0" destOrd="0" presId="urn:microsoft.com/office/officeart/2018/2/layout/IconVerticalSolidList"/>
    <dgm:cxn modelId="{221795F4-C804-4DF0-9E46-1AF73AA0A1A6}" srcId="{27F47955-7296-44F2-BD11-8130C895852C}" destId="{8D69D3B1-197B-4C34-9CA4-1F88828BDF0F}" srcOrd="4" destOrd="0" parTransId="{CFCF60F1-1AC2-4457-A0D1-33E81221F334}" sibTransId="{2BE93A64-7F01-4800-8FDD-EA90A8FC80C5}"/>
    <dgm:cxn modelId="{CC5663B1-EB82-4248-9A31-F99DDF5E7A3F}" type="presParOf" srcId="{C034CFC2-AF01-49C0-92D4-9ED48D170656}" destId="{C101915B-D1A4-4B68-B7A1-214B743362FC}" srcOrd="0" destOrd="0" presId="urn:microsoft.com/office/officeart/2018/2/layout/IconVerticalSolidList"/>
    <dgm:cxn modelId="{943D3254-56F4-4E90-BA17-1936D7F919E0}" type="presParOf" srcId="{C101915B-D1A4-4B68-B7A1-214B743362FC}" destId="{42338CBB-7678-4CD7-8DEB-8EEF1DEB2410}" srcOrd="0" destOrd="0" presId="urn:microsoft.com/office/officeart/2018/2/layout/IconVerticalSolidList"/>
    <dgm:cxn modelId="{7EC13DF3-12DC-4B4E-BAB6-E09B1FAF4091}" type="presParOf" srcId="{C101915B-D1A4-4B68-B7A1-214B743362FC}" destId="{072BA0EA-7929-433F-AD17-50E852BCFE58}" srcOrd="1" destOrd="0" presId="urn:microsoft.com/office/officeart/2018/2/layout/IconVerticalSolidList"/>
    <dgm:cxn modelId="{6AA43778-48B7-4952-A2DA-D8421808EBF4}" type="presParOf" srcId="{C101915B-D1A4-4B68-B7A1-214B743362FC}" destId="{D5DC7898-6A2E-441B-A395-DF200127BA10}" srcOrd="2" destOrd="0" presId="urn:microsoft.com/office/officeart/2018/2/layout/IconVerticalSolidList"/>
    <dgm:cxn modelId="{A751ADD5-83DD-495F-87F5-48039423E917}" type="presParOf" srcId="{C101915B-D1A4-4B68-B7A1-214B743362FC}" destId="{865C1D60-B0D3-4383-B628-C723E5A92AEF}" srcOrd="3" destOrd="0" presId="urn:microsoft.com/office/officeart/2018/2/layout/IconVerticalSolidList"/>
    <dgm:cxn modelId="{CD6BAC7C-FD53-476A-B013-AF126CFEEF61}" type="presParOf" srcId="{C034CFC2-AF01-49C0-92D4-9ED48D170656}" destId="{83674D20-A8DA-4329-A2A3-ABAF4E0B0C07}" srcOrd="1" destOrd="0" presId="urn:microsoft.com/office/officeart/2018/2/layout/IconVerticalSolidList"/>
    <dgm:cxn modelId="{8D1CC4C3-AC28-4ADB-A511-E126E6EB77F2}" type="presParOf" srcId="{C034CFC2-AF01-49C0-92D4-9ED48D170656}" destId="{89D3C696-430D-496E-ACC0-64098193C4A8}" srcOrd="2" destOrd="0" presId="urn:microsoft.com/office/officeart/2018/2/layout/IconVerticalSolidList"/>
    <dgm:cxn modelId="{3F62A6AF-6E00-4CA3-9ECB-9ABF67EA59F8}" type="presParOf" srcId="{89D3C696-430D-496E-ACC0-64098193C4A8}" destId="{38B70517-11CF-4ADE-900A-066AA3E5AF38}" srcOrd="0" destOrd="0" presId="urn:microsoft.com/office/officeart/2018/2/layout/IconVerticalSolidList"/>
    <dgm:cxn modelId="{CB91EA7C-F7D4-4BA0-B12D-8A33B6103B9D}" type="presParOf" srcId="{89D3C696-430D-496E-ACC0-64098193C4A8}" destId="{4A2E6F62-74D4-46A0-995A-D088ADC4BD80}" srcOrd="1" destOrd="0" presId="urn:microsoft.com/office/officeart/2018/2/layout/IconVerticalSolidList"/>
    <dgm:cxn modelId="{4111468F-F00A-4AC7-B83C-BCB9CFF0E878}" type="presParOf" srcId="{89D3C696-430D-496E-ACC0-64098193C4A8}" destId="{3440EB94-BCFF-444F-8689-8A00D3B3F204}" srcOrd="2" destOrd="0" presId="urn:microsoft.com/office/officeart/2018/2/layout/IconVerticalSolidList"/>
    <dgm:cxn modelId="{9BE59574-4E5D-4BAC-8617-17EF741550D6}" type="presParOf" srcId="{89D3C696-430D-496E-ACC0-64098193C4A8}" destId="{86D49644-40B8-41BB-9571-D4D5CE808ACC}" srcOrd="3" destOrd="0" presId="urn:microsoft.com/office/officeart/2018/2/layout/IconVerticalSolidList"/>
    <dgm:cxn modelId="{E69FC5BF-3E26-4CA1-A032-C8370193F265}" type="presParOf" srcId="{C034CFC2-AF01-49C0-92D4-9ED48D170656}" destId="{3E163EB3-8FE5-4E57-BC75-CEC92FF237C8}" srcOrd="3" destOrd="0" presId="urn:microsoft.com/office/officeart/2018/2/layout/IconVerticalSolidList"/>
    <dgm:cxn modelId="{62B8D3DC-D576-44B4-B9D5-ECE1BE9B823E}" type="presParOf" srcId="{C034CFC2-AF01-49C0-92D4-9ED48D170656}" destId="{413B0CEC-0C8E-4E01-B545-97AB905EC386}" srcOrd="4" destOrd="0" presId="urn:microsoft.com/office/officeart/2018/2/layout/IconVerticalSolidList"/>
    <dgm:cxn modelId="{A5AC1DE2-BBE4-4461-9F3C-96A6B5236056}" type="presParOf" srcId="{413B0CEC-0C8E-4E01-B545-97AB905EC386}" destId="{D38A3691-E5CE-4F59-B141-AB58701B1D8E}" srcOrd="0" destOrd="0" presId="urn:microsoft.com/office/officeart/2018/2/layout/IconVerticalSolidList"/>
    <dgm:cxn modelId="{9D2DF335-9676-4252-A041-90B1A9EAF60D}" type="presParOf" srcId="{413B0CEC-0C8E-4E01-B545-97AB905EC386}" destId="{23220FA6-0B52-4739-B0D5-662912ECB706}" srcOrd="1" destOrd="0" presId="urn:microsoft.com/office/officeart/2018/2/layout/IconVerticalSolidList"/>
    <dgm:cxn modelId="{27B38034-D4F0-455B-A484-61CF55B7269A}" type="presParOf" srcId="{413B0CEC-0C8E-4E01-B545-97AB905EC386}" destId="{4ED5359C-4677-4E41-AAA7-60EA10CC0AC2}" srcOrd="2" destOrd="0" presId="urn:microsoft.com/office/officeart/2018/2/layout/IconVerticalSolidList"/>
    <dgm:cxn modelId="{AA37124D-9465-4E50-A3B7-3FE0AE582096}" type="presParOf" srcId="{413B0CEC-0C8E-4E01-B545-97AB905EC386}" destId="{CAE1E7CD-B648-40FD-AB83-7C497C8BCB3D}" srcOrd="3" destOrd="0" presId="urn:microsoft.com/office/officeart/2018/2/layout/IconVerticalSolidList"/>
    <dgm:cxn modelId="{0EE29427-86CC-4840-BFF8-C7999E98581B}" type="presParOf" srcId="{C034CFC2-AF01-49C0-92D4-9ED48D170656}" destId="{18285FE8-7BB2-41C0-B22A-F35B80E3DE2A}" srcOrd="5" destOrd="0" presId="urn:microsoft.com/office/officeart/2018/2/layout/IconVerticalSolidList"/>
    <dgm:cxn modelId="{C0D79A6E-B917-412B-A745-E13AECF4264D}" type="presParOf" srcId="{C034CFC2-AF01-49C0-92D4-9ED48D170656}" destId="{F8B6B265-25B2-4AF0-AF5E-0F59CAF70D3E}" srcOrd="6" destOrd="0" presId="urn:microsoft.com/office/officeart/2018/2/layout/IconVerticalSolidList"/>
    <dgm:cxn modelId="{7EEEADE3-43D1-40E4-BE3E-B1787A5E7D33}" type="presParOf" srcId="{F8B6B265-25B2-4AF0-AF5E-0F59CAF70D3E}" destId="{D478DF82-C245-4807-8775-FA0315849436}" srcOrd="0" destOrd="0" presId="urn:microsoft.com/office/officeart/2018/2/layout/IconVerticalSolidList"/>
    <dgm:cxn modelId="{0A1D948A-F035-4F7B-80AA-D85A33525B6F}" type="presParOf" srcId="{F8B6B265-25B2-4AF0-AF5E-0F59CAF70D3E}" destId="{3F40EDEE-4E85-454E-A5D1-76A88C28F177}" srcOrd="1" destOrd="0" presId="urn:microsoft.com/office/officeart/2018/2/layout/IconVerticalSolidList"/>
    <dgm:cxn modelId="{DAFD6F0C-A109-4A53-A237-C925094CEB87}" type="presParOf" srcId="{F8B6B265-25B2-4AF0-AF5E-0F59CAF70D3E}" destId="{EB8D8DDE-49AC-453E-A942-F7B9344E8B97}" srcOrd="2" destOrd="0" presId="urn:microsoft.com/office/officeart/2018/2/layout/IconVerticalSolidList"/>
    <dgm:cxn modelId="{BF9B099E-5566-4EE9-B84F-155C9C1BCBEA}" type="presParOf" srcId="{F8B6B265-25B2-4AF0-AF5E-0F59CAF70D3E}" destId="{45BFFE3A-C224-4D15-AD0B-081075CF144B}" srcOrd="3" destOrd="0" presId="urn:microsoft.com/office/officeart/2018/2/layout/IconVerticalSolidList"/>
    <dgm:cxn modelId="{E0A341D2-AE66-44F5-AE95-22A372A5E5B9}" type="presParOf" srcId="{C034CFC2-AF01-49C0-92D4-9ED48D170656}" destId="{E7C3FB73-B568-46DE-897F-0E70D8489B61}" srcOrd="7" destOrd="0" presId="urn:microsoft.com/office/officeart/2018/2/layout/IconVerticalSolidList"/>
    <dgm:cxn modelId="{BC6F055E-295F-4BFD-9443-5D6F75A2D2D8}" type="presParOf" srcId="{C034CFC2-AF01-49C0-92D4-9ED48D170656}" destId="{BE3D188F-676C-47F9-B6EA-6E724EC8CE9A}" srcOrd="8" destOrd="0" presId="urn:microsoft.com/office/officeart/2018/2/layout/IconVerticalSolidList"/>
    <dgm:cxn modelId="{5264047F-14FD-4029-B7E4-7A9C3AE4A7FD}" type="presParOf" srcId="{BE3D188F-676C-47F9-B6EA-6E724EC8CE9A}" destId="{3488435B-B597-4755-BA41-7057805C487D}" srcOrd="0" destOrd="0" presId="urn:microsoft.com/office/officeart/2018/2/layout/IconVerticalSolidList"/>
    <dgm:cxn modelId="{8E292065-6F51-4DA4-9E4B-42973284A02C}" type="presParOf" srcId="{BE3D188F-676C-47F9-B6EA-6E724EC8CE9A}" destId="{30D3AA92-1642-41C0-B4DF-D2E992DDB211}" srcOrd="1" destOrd="0" presId="urn:microsoft.com/office/officeart/2018/2/layout/IconVerticalSolidList"/>
    <dgm:cxn modelId="{72BE349B-2A8F-422F-AE72-ECC027A4C7C8}" type="presParOf" srcId="{BE3D188F-676C-47F9-B6EA-6E724EC8CE9A}" destId="{7063286E-DA41-4986-97AF-413EA96D5E46}" srcOrd="2" destOrd="0" presId="urn:microsoft.com/office/officeart/2018/2/layout/IconVerticalSolidList"/>
    <dgm:cxn modelId="{9EC9ECEA-34A7-415B-AA58-1E00B9342F22}" type="presParOf" srcId="{BE3D188F-676C-47F9-B6EA-6E724EC8CE9A}" destId="{6B593A19-FDBC-4C28-8C03-C25B1EA53208}" srcOrd="3" destOrd="0" presId="urn:microsoft.com/office/officeart/2018/2/layout/IconVerticalSolidList"/>
    <dgm:cxn modelId="{8757C3D6-3348-4EC4-AB09-F72A5EC7CE57}" type="presParOf" srcId="{BE3D188F-676C-47F9-B6EA-6E724EC8CE9A}" destId="{46B917B3-8AD4-4115-BFE0-8B74EB54629C}" srcOrd="4" destOrd="0" presId="urn:microsoft.com/office/officeart/2018/2/layout/IconVerticalSolidList"/>
    <dgm:cxn modelId="{6BA356BE-DEFD-45FF-9961-288479B6D595}" type="presParOf" srcId="{C034CFC2-AF01-49C0-92D4-9ED48D170656}" destId="{2C8069B1-EFFC-4BA0-806B-198D22F19842}" srcOrd="9" destOrd="0" presId="urn:microsoft.com/office/officeart/2018/2/layout/IconVerticalSolidList"/>
    <dgm:cxn modelId="{48AF72C0-BD75-42BB-83FA-64664C150C56}" type="presParOf" srcId="{C034CFC2-AF01-49C0-92D4-9ED48D170656}" destId="{ACF7FA57-872A-4085-974F-DD72B921A5A5}" srcOrd="10" destOrd="0" presId="urn:microsoft.com/office/officeart/2018/2/layout/IconVerticalSolidList"/>
    <dgm:cxn modelId="{05DB9814-7BE6-4CDD-9252-580DE1126E53}" type="presParOf" srcId="{ACF7FA57-872A-4085-974F-DD72B921A5A5}" destId="{D9054F11-547E-4687-8BEA-3DDF9B9979AC}" srcOrd="0" destOrd="0" presId="urn:microsoft.com/office/officeart/2018/2/layout/IconVerticalSolidList"/>
    <dgm:cxn modelId="{BF658A91-4C46-4F11-A21B-5822C2D6AF39}" type="presParOf" srcId="{ACF7FA57-872A-4085-974F-DD72B921A5A5}" destId="{303D874E-230D-4567-8A8F-614A021AE2AE}" srcOrd="1" destOrd="0" presId="urn:microsoft.com/office/officeart/2018/2/layout/IconVerticalSolidList"/>
    <dgm:cxn modelId="{89A0F662-55DE-4D04-A8A7-99BC3CEFB9EB}" type="presParOf" srcId="{ACF7FA57-872A-4085-974F-DD72B921A5A5}" destId="{488BBB2C-515C-4CC6-843B-7C15E4DF1F23}" srcOrd="2" destOrd="0" presId="urn:microsoft.com/office/officeart/2018/2/layout/IconVerticalSolidList"/>
    <dgm:cxn modelId="{767248D3-0182-4087-B33A-CF5A84AE5558}" type="presParOf" srcId="{ACF7FA57-872A-4085-974F-DD72B921A5A5}" destId="{949EB537-DB2A-4FEB-9E02-08081421D2A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E1A00BB-3898-44FD-BAEF-EC4CD27DB212}" type="doc">
      <dgm:prSet loTypeId="urn:microsoft.com/office/officeart/2005/8/layout/vList2" loCatId="list" qsTypeId="urn:microsoft.com/office/officeart/2005/8/quickstyle/simple2" qsCatId="simple" csTypeId="urn:microsoft.com/office/officeart/2005/8/colors/accent6_2" csCatId="accent6"/>
      <dgm:spPr/>
      <dgm:t>
        <a:bodyPr/>
        <a:lstStyle/>
        <a:p>
          <a:endParaRPr lang="en-US"/>
        </a:p>
      </dgm:t>
    </dgm:pt>
    <dgm:pt modelId="{2FD59B21-5C25-4D7F-AA09-12CC48B60766}">
      <dgm:prSet/>
      <dgm:spPr/>
      <dgm:t>
        <a:bodyPr/>
        <a:lstStyle/>
        <a:p>
          <a:r>
            <a:rPr lang="en-US"/>
            <a:t>We Need to ACHIEVE!</a:t>
          </a:r>
        </a:p>
      </dgm:t>
    </dgm:pt>
    <dgm:pt modelId="{66B46A13-05EB-4A77-8EB5-E7C840EE2F83}" type="parTrans" cxnId="{31669DFC-425A-4419-A1A0-79584A0DF520}">
      <dgm:prSet/>
      <dgm:spPr/>
      <dgm:t>
        <a:bodyPr/>
        <a:lstStyle/>
        <a:p>
          <a:endParaRPr lang="en-US"/>
        </a:p>
      </dgm:t>
    </dgm:pt>
    <dgm:pt modelId="{2FFB1B43-6B97-4B68-BB1C-595EBE6EF3DC}" type="sibTrans" cxnId="{31669DFC-425A-4419-A1A0-79584A0DF520}">
      <dgm:prSet/>
      <dgm:spPr/>
      <dgm:t>
        <a:bodyPr/>
        <a:lstStyle/>
        <a:p>
          <a:endParaRPr lang="en-US"/>
        </a:p>
      </dgm:t>
    </dgm:pt>
    <dgm:pt modelId="{733AAB86-0A09-4A5F-A921-66796D79A39F}">
      <dgm:prSet/>
      <dgm:spPr/>
      <dgm:t>
        <a:bodyPr/>
        <a:lstStyle/>
        <a:p>
          <a:r>
            <a:rPr lang="en-US"/>
            <a:t>Be Authentic </a:t>
          </a:r>
        </a:p>
      </dgm:t>
    </dgm:pt>
    <dgm:pt modelId="{2212417F-5553-455A-8CA6-D4608C8AC286}" type="parTrans" cxnId="{022E0538-B952-4275-AFDA-1B8FAE23FA6D}">
      <dgm:prSet/>
      <dgm:spPr/>
      <dgm:t>
        <a:bodyPr/>
        <a:lstStyle/>
        <a:p>
          <a:endParaRPr lang="en-US"/>
        </a:p>
      </dgm:t>
    </dgm:pt>
    <dgm:pt modelId="{9701544C-584E-4509-9409-ECBEE573637B}" type="sibTrans" cxnId="{022E0538-B952-4275-AFDA-1B8FAE23FA6D}">
      <dgm:prSet/>
      <dgm:spPr/>
      <dgm:t>
        <a:bodyPr/>
        <a:lstStyle/>
        <a:p>
          <a:endParaRPr lang="en-US"/>
        </a:p>
      </dgm:t>
    </dgm:pt>
    <dgm:pt modelId="{31A1B5BC-6305-4888-B85B-13A6C7203B2C}">
      <dgm:prSet/>
      <dgm:spPr/>
      <dgm:t>
        <a:bodyPr/>
        <a:lstStyle/>
        <a:p>
          <a:r>
            <a:rPr lang="en-US"/>
            <a:t>Be Creative</a:t>
          </a:r>
        </a:p>
      </dgm:t>
    </dgm:pt>
    <dgm:pt modelId="{9BD334FD-80CD-4A6F-A4E9-D8A36ACE25BA}" type="parTrans" cxnId="{23E81D18-11E7-4060-BF77-46A6859129BB}">
      <dgm:prSet/>
      <dgm:spPr/>
      <dgm:t>
        <a:bodyPr/>
        <a:lstStyle/>
        <a:p>
          <a:endParaRPr lang="en-US"/>
        </a:p>
      </dgm:t>
    </dgm:pt>
    <dgm:pt modelId="{1B0B1DA7-0F5B-463C-A6DB-D54E1A014912}" type="sibTrans" cxnId="{23E81D18-11E7-4060-BF77-46A6859129BB}">
      <dgm:prSet/>
      <dgm:spPr/>
      <dgm:t>
        <a:bodyPr/>
        <a:lstStyle/>
        <a:p>
          <a:endParaRPr lang="en-US"/>
        </a:p>
      </dgm:t>
    </dgm:pt>
    <dgm:pt modelId="{584EFA10-E605-4FC6-BD06-23C0392809F8}">
      <dgm:prSet/>
      <dgm:spPr/>
      <dgm:t>
        <a:bodyPr/>
        <a:lstStyle/>
        <a:p>
          <a:r>
            <a:rPr lang="en-US"/>
            <a:t>Be Humble</a:t>
          </a:r>
        </a:p>
      </dgm:t>
    </dgm:pt>
    <dgm:pt modelId="{EFF2A398-29A4-44B7-A4C3-D7F874E3E1BB}" type="parTrans" cxnId="{B090FC88-743E-415F-B55B-CDA87E56A5FE}">
      <dgm:prSet/>
      <dgm:spPr/>
      <dgm:t>
        <a:bodyPr/>
        <a:lstStyle/>
        <a:p>
          <a:endParaRPr lang="en-US"/>
        </a:p>
      </dgm:t>
    </dgm:pt>
    <dgm:pt modelId="{5220AE15-1FB8-4DD8-B9A5-01187AABC5AA}" type="sibTrans" cxnId="{B090FC88-743E-415F-B55B-CDA87E56A5FE}">
      <dgm:prSet/>
      <dgm:spPr/>
      <dgm:t>
        <a:bodyPr/>
        <a:lstStyle/>
        <a:p>
          <a:endParaRPr lang="en-US"/>
        </a:p>
      </dgm:t>
    </dgm:pt>
    <dgm:pt modelId="{F56883CA-F322-4F3B-85F3-0714E9BD8D03}">
      <dgm:prSet/>
      <dgm:spPr/>
      <dgm:t>
        <a:bodyPr/>
        <a:lstStyle/>
        <a:p>
          <a:r>
            <a:rPr lang="en-US"/>
            <a:t>Be Investigatory</a:t>
          </a:r>
        </a:p>
      </dgm:t>
    </dgm:pt>
    <dgm:pt modelId="{ED649398-5112-416B-9206-3A99452E06A7}" type="parTrans" cxnId="{E3D70618-DBE9-4F37-833B-478784ADCB7C}">
      <dgm:prSet/>
      <dgm:spPr/>
      <dgm:t>
        <a:bodyPr/>
        <a:lstStyle/>
        <a:p>
          <a:endParaRPr lang="en-US"/>
        </a:p>
      </dgm:t>
    </dgm:pt>
    <dgm:pt modelId="{8A0BC646-D65F-4D2B-8D30-12D43485A5DC}" type="sibTrans" cxnId="{E3D70618-DBE9-4F37-833B-478784ADCB7C}">
      <dgm:prSet/>
      <dgm:spPr/>
      <dgm:t>
        <a:bodyPr/>
        <a:lstStyle/>
        <a:p>
          <a:endParaRPr lang="en-US"/>
        </a:p>
      </dgm:t>
    </dgm:pt>
    <dgm:pt modelId="{DA2AAA62-3B4C-4A45-8207-5CC6199CC2D5}">
      <dgm:prSet/>
      <dgm:spPr/>
      <dgm:t>
        <a:bodyPr/>
        <a:lstStyle/>
        <a:p>
          <a:r>
            <a:rPr lang="en-US"/>
            <a:t>Be Explicit </a:t>
          </a:r>
        </a:p>
      </dgm:t>
    </dgm:pt>
    <dgm:pt modelId="{916DAE7F-C7F8-4921-AF16-AF6129194B54}" type="parTrans" cxnId="{7DE758CF-15BC-4393-AADF-858BE090F1CD}">
      <dgm:prSet/>
      <dgm:spPr/>
      <dgm:t>
        <a:bodyPr/>
        <a:lstStyle/>
        <a:p>
          <a:endParaRPr lang="en-US"/>
        </a:p>
      </dgm:t>
    </dgm:pt>
    <dgm:pt modelId="{50222FCC-3EFD-4CDA-ABCA-6A054569F338}" type="sibTrans" cxnId="{7DE758CF-15BC-4393-AADF-858BE090F1CD}">
      <dgm:prSet/>
      <dgm:spPr/>
      <dgm:t>
        <a:bodyPr/>
        <a:lstStyle/>
        <a:p>
          <a:endParaRPr lang="en-US"/>
        </a:p>
      </dgm:t>
    </dgm:pt>
    <dgm:pt modelId="{523772E7-E292-43CA-9A52-BE8D93ADB8EF}">
      <dgm:prSet/>
      <dgm:spPr/>
      <dgm:t>
        <a:bodyPr/>
        <a:lstStyle/>
        <a:p>
          <a:r>
            <a:rPr lang="en-US"/>
            <a:t>Be Very Communicative </a:t>
          </a:r>
        </a:p>
      </dgm:t>
    </dgm:pt>
    <dgm:pt modelId="{8B41D146-86F6-4952-819B-74DC117DE689}" type="parTrans" cxnId="{0226B829-E1B8-4563-A216-3A82CCE00160}">
      <dgm:prSet/>
      <dgm:spPr/>
      <dgm:t>
        <a:bodyPr/>
        <a:lstStyle/>
        <a:p>
          <a:endParaRPr lang="en-US"/>
        </a:p>
      </dgm:t>
    </dgm:pt>
    <dgm:pt modelId="{F3F75F3D-ABE6-4270-A4F4-D7462E5998EE}" type="sibTrans" cxnId="{0226B829-E1B8-4563-A216-3A82CCE00160}">
      <dgm:prSet/>
      <dgm:spPr/>
      <dgm:t>
        <a:bodyPr/>
        <a:lstStyle/>
        <a:p>
          <a:endParaRPr lang="en-US"/>
        </a:p>
      </dgm:t>
    </dgm:pt>
    <dgm:pt modelId="{64C5CF44-8225-4C9B-A302-EF112CFDCED9}">
      <dgm:prSet/>
      <dgm:spPr/>
      <dgm:t>
        <a:bodyPr/>
        <a:lstStyle/>
        <a:p>
          <a:r>
            <a:rPr lang="en-US"/>
            <a:t>Be Empathetic </a:t>
          </a:r>
        </a:p>
      </dgm:t>
    </dgm:pt>
    <dgm:pt modelId="{FCAD8256-EED4-4364-B427-7D27F47D4E19}" type="parTrans" cxnId="{7CD6F6B1-8A87-4208-9F67-C54CF1B4BF90}">
      <dgm:prSet/>
      <dgm:spPr/>
      <dgm:t>
        <a:bodyPr/>
        <a:lstStyle/>
        <a:p>
          <a:endParaRPr lang="en-US"/>
        </a:p>
      </dgm:t>
    </dgm:pt>
    <dgm:pt modelId="{4E1AC8AE-94C4-4CCC-BCC4-A0AC935B7193}" type="sibTrans" cxnId="{7CD6F6B1-8A87-4208-9F67-C54CF1B4BF90}">
      <dgm:prSet/>
      <dgm:spPr/>
      <dgm:t>
        <a:bodyPr/>
        <a:lstStyle/>
        <a:p>
          <a:endParaRPr lang="en-US"/>
        </a:p>
      </dgm:t>
    </dgm:pt>
    <dgm:pt modelId="{B434B140-9A5A-4299-998E-ED437B6069C2}" type="pres">
      <dgm:prSet presAssocID="{DE1A00BB-3898-44FD-BAEF-EC4CD27DB212}" presName="linear" presStyleCnt="0">
        <dgm:presLayoutVars>
          <dgm:animLvl val="lvl"/>
          <dgm:resizeHandles val="exact"/>
        </dgm:presLayoutVars>
      </dgm:prSet>
      <dgm:spPr/>
    </dgm:pt>
    <dgm:pt modelId="{969A67C9-A405-4D42-96F4-FC771D532574}" type="pres">
      <dgm:prSet presAssocID="{2FD59B21-5C25-4D7F-AA09-12CC48B60766}" presName="parentText" presStyleLbl="node1" presStyleIdx="0" presStyleCnt="1">
        <dgm:presLayoutVars>
          <dgm:chMax val="0"/>
          <dgm:bulletEnabled val="1"/>
        </dgm:presLayoutVars>
      </dgm:prSet>
      <dgm:spPr/>
    </dgm:pt>
    <dgm:pt modelId="{EBA7EBDC-0FD0-4A6F-98BD-2D11DC4A0816}" type="pres">
      <dgm:prSet presAssocID="{2FD59B21-5C25-4D7F-AA09-12CC48B60766}" presName="childText" presStyleLbl="revTx" presStyleIdx="0" presStyleCnt="1">
        <dgm:presLayoutVars>
          <dgm:bulletEnabled val="1"/>
        </dgm:presLayoutVars>
      </dgm:prSet>
      <dgm:spPr/>
    </dgm:pt>
  </dgm:ptLst>
  <dgm:cxnLst>
    <dgm:cxn modelId="{C4F5E711-7EF4-4E95-AF2C-A885E9F43C63}" type="presOf" srcId="{31A1B5BC-6305-4888-B85B-13A6C7203B2C}" destId="{EBA7EBDC-0FD0-4A6F-98BD-2D11DC4A0816}" srcOrd="0" destOrd="1" presId="urn:microsoft.com/office/officeart/2005/8/layout/vList2"/>
    <dgm:cxn modelId="{1128B916-8691-421C-ACA4-382A567E29BB}" type="presOf" srcId="{DE1A00BB-3898-44FD-BAEF-EC4CD27DB212}" destId="{B434B140-9A5A-4299-998E-ED437B6069C2}" srcOrd="0" destOrd="0" presId="urn:microsoft.com/office/officeart/2005/8/layout/vList2"/>
    <dgm:cxn modelId="{E3D70618-DBE9-4F37-833B-478784ADCB7C}" srcId="{2FD59B21-5C25-4D7F-AA09-12CC48B60766}" destId="{F56883CA-F322-4F3B-85F3-0714E9BD8D03}" srcOrd="3" destOrd="0" parTransId="{ED649398-5112-416B-9206-3A99452E06A7}" sibTransId="{8A0BC646-D65F-4D2B-8D30-12D43485A5DC}"/>
    <dgm:cxn modelId="{23E81D18-11E7-4060-BF77-46A6859129BB}" srcId="{2FD59B21-5C25-4D7F-AA09-12CC48B60766}" destId="{31A1B5BC-6305-4888-B85B-13A6C7203B2C}" srcOrd="1" destOrd="0" parTransId="{9BD334FD-80CD-4A6F-A4E9-D8A36ACE25BA}" sibTransId="{1B0B1DA7-0F5B-463C-A6DB-D54E1A014912}"/>
    <dgm:cxn modelId="{2621F618-6D6E-4C27-88FD-61CFF076AEB1}" type="presOf" srcId="{2FD59B21-5C25-4D7F-AA09-12CC48B60766}" destId="{969A67C9-A405-4D42-96F4-FC771D532574}" srcOrd="0" destOrd="0" presId="urn:microsoft.com/office/officeart/2005/8/layout/vList2"/>
    <dgm:cxn modelId="{0226B829-E1B8-4563-A216-3A82CCE00160}" srcId="{2FD59B21-5C25-4D7F-AA09-12CC48B60766}" destId="{523772E7-E292-43CA-9A52-BE8D93ADB8EF}" srcOrd="5" destOrd="0" parTransId="{8B41D146-86F6-4952-819B-74DC117DE689}" sibTransId="{F3F75F3D-ABE6-4270-A4F4-D7462E5998EE}"/>
    <dgm:cxn modelId="{022E0538-B952-4275-AFDA-1B8FAE23FA6D}" srcId="{2FD59B21-5C25-4D7F-AA09-12CC48B60766}" destId="{733AAB86-0A09-4A5F-A921-66796D79A39F}" srcOrd="0" destOrd="0" parTransId="{2212417F-5553-455A-8CA6-D4608C8AC286}" sibTransId="{9701544C-584E-4509-9409-ECBEE573637B}"/>
    <dgm:cxn modelId="{1FB2093B-A993-461E-A8B5-9A2E562EEE54}" type="presOf" srcId="{584EFA10-E605-4FC6-BD06-23C0392809F8}" destId="{EBA7EBDC-0FD0-4A6F-98BD-2D11DC4A0816}" srcOrd="0" destOrd="2" presId="urn:microsoft.com/office/officeart/2005/8/layout/vList2"/>
    <dgm:cxn modelId="{7C18364B-5A1B-4C44-9F3A-21711AB65AA2}" type="presOf" srcId="{523772E7-E292-43CA-9A52-BE8D93ADB8EF}" destId="{EBA7EBDC-0FD0-4A6F-98BD-2D11DC4A0816}" srcOrd="0" destOrd="5" presId="urn:microsoft.com/office/officeart/2005/8/layout/vList2"/>
    <dgm:cxn modelId="{56B7AC58-BFB6-4B9C-AA42-ABAB4772AB8C}" type="presOf" srcId="{733AAB86-0A09-4A5F-A921-66796D79A39F}" destId="{EBA7EBDC-0FD0-4A6F-98BD-2D11DC4A0816}" srcOrd="0" destOrd="0" presId="urn:microsoft.com/office/officeart/2005/8/layout/vList2"/>
    <dgm:cxn modelId="{B090FC88-743E-415F-B55B-CDA87E56A5FE}" srcId="{2FD59B21-5C25-4D7F-AA09-12CC48B60766}" destId="{584EFA10-E605-4FC6-BD06-23C0392809F8}" srcOrd="2" destOrd="0" parTransId="{EFF2A398-29A4-44B7-A4C3-D7F874E3E1BB}" sibTransId="{5220AE15-1FB8-4DD8-B9A5-01187AABC5AA}"/>
    <dgm:cxn modelId="{80B842A1-C9CB-4951-B8D1-4D11EFDD1D44}" type="presOf" srcId="{DA2AAA62-3B4C-4A45-8207-5CC6199CC2D5}" destId="{EBA7EBDC-0FD0-4A6F-98BD-2D11DC4A0816}" srcOrd="0" destOrd="4" presId="urn:microsoft.com/office/officeart/2005/8/layout/vList2"/>
    <dgm:cxn modelId="{7CD6F6B1-8A87-4208-9F67-C54CF1B4BF90}" srcId="{2FD59B21-5C25-4D7F-AA09-12CC48B60766}" destId="{64C5CF44-8225-4C9B-A302-EF112CFDCED9}" srcOrd="6" destOrd="0" parTransId="{FCAD8256-EED4-4364-B427-7D27F47D4E19}" sibTransId="{4E1AC8AE-94C4-4CCC-BCC4-A0AC935B7193}"/>
    <dgm:cxn modelId="{63B4BAB6-5BEB-4423-9E55-011A63325F78}" type="presOf" srcId="{F56883CA-F322-4F3B-85F3-0714E9BD8D03}" destId="{EBA7EBDC-0FD0-4A6F-98BD-2D11DC4A0816}" srcOrd="0" destOrd="3" presId="urn:microsoft.com/office/officeart/2005/8/layout/vList2"/>
    <dgm:cxn modelId="{BAB9D2C6-822A-4EA5-B447-9118B0B559C8}" type="presOf" srcId="{64C5CF44-8225-4C9B-A302-EF112CFDCED9}" destId="{EBA7EBDC-0FD0-4A6F-98BD-2D11DC4A0816}" srcOrd="0" destOrd="6" presId="urn:microsoft.com/office/officeart/2005/8/layout/vList2"/>
    <dgm:cxn modelId="{7DE758CF-15BC-4393-AADF-858BE090F1CD}" srcId="{2FD59B21-5C25-4D7F-AA09-12CC48B60766}" destId="{DA2AAA62-3B4C-4A45-8207-5CC6199CC2D5}" srcOrd="4" destOrd="0" parTransId="{916DAE7F-C7F8-4921-AF16-AF6129194B54}" sibTransId="{50222FCC-3EFD-4CDA-ABCA-6A054569F338}"/>
    <dgm:cxn modelId="{31669DFC-425A-4419-A1A0-79584A0DF520}" srcId="{DE1A00BB-3898-44FD-BAEF-EC4CD27DB212}" destId="{2FD59B21-5C25-4D7F-AA09-12CC48B60766}" srcOrd="0" destOrd="0" parTransId="{66B46A13-05EB-4A77-8EB5-E7C840EE2F83}" sibTransId="{2FFB1B43-6B97-4B68-BB1C-595EBE6EF3DC}"/>
    <dgm:cxn modelId="{ECDAB43D-4CAA-482B-AB07-E8BC0F55370F}" type="presParOf" srcId="{B434B140-9A5A-4299-998E-ED437B6069C2}" destId="{969A67C9-A405-4D42-96F4-FC771D532574}" srcOrd="0" destOrd="0" presId="urn:microsoft.com/office/officeart/2005/8/layout/vList2"/>
    <dgm:cxn modelId="{DEEC1B87-2874-4454-B16C-3C0F849BC03B}" type="presParOf" srcId="{B434B140-9A5A-4299-998E-ED437B6069C2}" destId="{EBA7EBDC-0FD0-4A6F-98BD-2D11DC4A0816}"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534A852-522E-4E15-B169-2BB9475A3299}" type="doc">
      <dgm:prSet loTypeId="urn:microsoft.com/office/officeart/2005/8/layout/default" loCatId="list" qsTypeId="urn:microsoft.com/office/officeart/2005/8/quickstyle/simple1" qsCatId="simple" csTypeId="urn:microsoft.com/office/officeart/2005/8/colors/colorful2" csCatId="colorful" phldr="1"/>
      <dgm:spPr/>
      <dgm:t>
        <a:bodyPr/>
        <a:lstStyle/>
        <a:p>
          <a:endParaRPr lang="en-US"/>
        </a:p>
      </dgm:t>
    </dgm:pt>
    <dgm:pt modelId="{948DAA34-420F-499D-8695-0846C114B698}">
      <dgm:prSet/>
      <dgm:spPr/>
      <dgm:t>
        <a:bodyPr/>
        <a:lstStyle/>
        <a:p>
          <a:r>
            <a:rPr lang="en-US" dirty="0"/>
            <a:t>Psychotherapy – focus on skill-building and emotional processing</a:t>
          </a:r>
        </a:p>
      </dgm:t>
    </dgm:pt>
    <dgm:pt modelId="{21E65BE1-76AE-4AA2-96EE-9AC341D0E142}" type="parTrans" cxnId="{3579574A-F20E-4EAC-BC2D-3BB57B9AFDB2}">
      <dgm:prSet/>
      <dgm:spPr/>
      <dgm:t>
        <a:bodyPr/>
        <a:lstStyle/>
        <a:p>
          <a:endParaRPr lang="en-US"/>
        </a:p>
      </dgm:t>
    </dgm:pt>
    <dgm:pt modelId="{B1158C3F-0EDE-472B-AA11-8131FC73B8F3}" type="sibTrans" cxnId="{3579574A-F20E-4EAC-BC2D-3BB57B9AFDB2}">
      <dgm:prSet/>
      <dgm:spPr/>
      <dgm:t>
        <a:bodyPr/>
        <a:lstStyle/>
        <a:p>
          <a:endParaRPr lang="en-US"/>
        </a:p>
      </dgm:t>
    </dgm:pt>
    <dgm:pt modelId="{F35F3055-9EF1-478D-8A74-669AF714B559}">
      <dgm:prSet/>
      <dgm:spPr/>
      <dgm:t>
        <a:bodyPr/>
        <a:lstStyle/>
        <a:p>
          <a:r>
            <a:rPr lang="en-US"/>
            <a:t>Coaching – in specific lagging academic skills (i.e., reading)</a:t>
          </a:r>
        </a:p>
      </dgm:t>
    </dgm:pt>
    <dgm:pt modelId="{611C1778-E9AA-4D29-989B-100C0F447FFF}" type="parTrans" cxnId="{1AAFC06D-3454-4353-BE7C-0C2F7603FA7F}">
      <dgm:prSet/>
      <dgm:spPr/>
      <dgm:t>
        <a:bodyPr/>
        <a:lstStyle/>
        <a:p>
          <a:endParaRPr lang="en-US"/>
        </a:p>
      </dgm:t>
    </dgm:pt>
    <dgm:pt modelId="{FF455839-BF2B-4F8B-95D3-6FB5839FDF1E}" type="sibTrans" cxnId="{1AAFC06D-3454-4353-BE7C-0C2F7603FA7F}">
      <dgm:prSet/>
      <dgm:spPr/>
      <dgm:t>
        <a:bodyPr/>
        <a:lstStyle/>
        <a:p>
          <a:endParaRPr lang="en-US"/>
        </a:p>
      </dgm:t>
    </dgm:pt>
    <dgm:pt modelId="{528F8FDD-B51B-4F8F-B9B6-F71872E76CFD}">
      <dgm:prSet/>
      <dgm:spPr/>
      <dgm:t>
        <a:bodyPr/>
        <a:lstStyle/>
        <a:p>
          <a:r>
            <a:rPr lang="en-US"/>
            <a:t>Occupational Theory – kinesthetic skills, organization, time management</a:t>
          </a:r>
        </a:p>
      </dgm:t>
    </dgm:pt>
    <dgm:pt modelId="{C1E969A4-9D6C-42A5-ACD2-81191FE1135F}" type="parTrans" cxnId="{E046A226-0CF6-4A69-9BED-9A058931734F}">
      <dgm:prSet/>
      <dgm:spPr/>
      <dgm:t>
        <a:bodyPr/>
        <a:lstStyle/>
        <a:p>
          <a:endParaRPr lang="en-US"/>
        </a:p>
      </dgm:t>
    </dgm:pt>
    <dgm:pt modelId="{6374F1F7-1D32-4C27-AF35-62FED02F2538}" type="sibTrans" cxnId="{E046A226-0CF6-4A69-9BED-9A058931734F}">
      <dgm:prSet/>
      <dgm:spPr/>
      <dgm:t>
        <a:bodyPr/>
        <a:lstStyle/>
        <a:p>
          <a:endParaRPr lang="en-US"/>
        </a:p>
      </dgm:t>
    </dgm:pt>
    <dgm:pt modelId="{00671FB4-CF24-40D2-ACC4-969C9A0518DE}">
      <dgm:prSet/>
      <dgm:spPr/>
      <dgm:t>
        <a:bodyPr/>
        <a:lstStyle/>
        <a:p>
          <a:r>
            <a:rPr lang="en-US"/>
            <a:t>Speech-Language Pathology – as needed</a:t>
          </a:r>
        </a:p>
      </dgm:t>
    </dgm:pt>
    <dgm:pt modelId="{F56544D3-925B-4D05-BDC0-440DECF7831D}" type="parTrans" cxnId="{B9EC22B1-517F-497B-9440-A74231B95540}">
      <dgm:prSet/>
      <dgm:spPr/>
      <dgm:t>
        <a:bodyPr/>
        <a:lstStyle/>
        <a:p>
          <a:endParaRPr lang="en-US"/>
        </a:p>
      </dgm:t>
    </dgm:pt>
    <dgm:pt modelId="{FA1E99DD-0414-4A01-BC40-619F4AA195BE}" type="sibTrans" cxnId="{B9EC22B1-517F-497B-9440-A74231B95540}">
      <dgm:prSet/>
      <dgm:spPr/>
      <dgm:t>
        <a:bodyPr/>
        <a:lstStyle/>
        <a:p>
          <a:endParaRPr lang="en-US"/>
        </a:p>
      </dgm:t>
    </dgm:pt>
    <dgm:pt modelId="{FC95BB6B-2110-4CC5-BA06-CF86788D0F3A}">
      <dgm:prSet/>
      <dgm:spPr/>
      <dgm:t>
        <a:bodyPr/>
        <a:lstStyle/>
        <a:p>
          <a:r>
            <a:rPr lang="en-US"/>
            <a:t>Educational Advocate – to help with asking for/receiving appropriate accommodations in the G/IEP world</a:t>
          </a:r>
        </a:p>
      </dgm:t>
    </dgm:pt>
    <dgm:pt modelId="{0357D524-D96E-4970-AB9D-3A979EBC070C}" type="parTrans" cxnId="{44B15C5C-B895-48D4-B038-3C12AF6A4A4B}">
      <dgm:prSet/>
      <dgm:spPr/>
      <dgm:t>
        <a:bodyPr/>
        <a:lstStyle/>
        <a:p>
          <a:endParaRPr lang="en-US"/>
        </a:p>
      </dgm:t>
    </dgm:pt>
    <dgm:pt modelId="{60BCEE76-212D-45AE-87B6-8B5B44293EF5}" type="sibTrans" cxnId="{44B15C5C-B895-48D4-B038-3C12AF6A4A4B}">
      <dgm:prSet/>
      <dgm:spPr/>
      <dgm:t>
        <a:bodyPr/>
        <a:lstStyle/>
        <a:p>
          <a:endParaRPr lang="en-US"/>
        </a:p>
      </dgm:t>
    </dgm:pt>
    <dgm:pt modelId="{EAD99412-E4E2-466A-9138-4B80204A6BDD}">
      <dgm:prSet/>
      <dgm:spPr/>
      <dgm:t>
        <a:bodyPr/>
        <a:lstStyle/>
        <a:p>
          <a:r>
            <a:rPr lang="en-US" b="1" u="sng" dirty="0"/>
            <a:t>When it doubt – follow the child’s interest(s)!  </a:t>
          </a:r>
        </a:p>
      </dgm:t>
    </dgm:pt>
    <dgm:pt modelId="{6FDB43A8-A87D-4ED2-A286-4A13FCC2893D}" type="parTrans" cxnId="{8F2A019D-0EAF-451F-B66E-9647F0C79C58}">
      <dgm:prSet/>
      <dgm:spPr/>
      <dgm:t>
        <a:bodyPr/>
        <a:lstStyle/>
        <a:p>
          <a:endParaRPr lang="en-US"/>
        </a:p>
      </dgm:t>
    </dgm:pt>
    <dgm:pt modelId="{8B39B681-9017-4CAB-86F9-EA8805A1AD2D}" type="sibTrans" cxnId="{8F2A019D-0EAF-451F-B66E-9647F0C79C58}">
      <dgm:prSet/>
      <dgm:spPr/>
      <dgm:t>
        <a:bodyPr/>
        <a:lstStyle/>
        <a:p>
          <a:endParaRPr lang="en-US"/>
        </a:p>
      </dgm:t>
    </dgm:pt>
    <dgm:pt modelId="{229CC1B8-4146-E64C-9FA8-F90B0ECE1AEA}" type="pres">
      <dgm:prSet presAssocID="{E534A852-522E-4E15-B169-2BB9475A3299}" presName="diagram" presStyleCnt="0">
        <dgm:presLayoutVars>
          <dgm:dir/>
          <dgm:resizeHandles val="exact"/>
        </dgm:presLayoutVars>
      </dgm:prSet>
      <dgm:spPr/>
    </dgm:pt>
    <dgm:pt modelId="{34EEDEE0-5C84-E044-AC14-0DAE51A7F266}" type="pres">
      <dgm:prSet presAssocID="{948DAA34-420F-499D-8695-0846C114B698}" presName="node" presStyleLbl="node1" presStyleIdx="0" presStyleCnt="6">
        <dgm:presLayoutVars>
          <dgm:bulletEnabled val="1"/>
        </dgm:presLayoutVars>
      </dgm:prSet>
      <dgm:spPr/>
    </dgm:pt>
    <dgm:pt modelId="{8196D3D1-B061-AA4F-AB03-3E219C47D6FC}" type="pres">
      <dgm:prSet presAssocID="{B1158C3F-0EDE-472B-AA11-8131FC73B8F3}" presName="sibTrans" presStyleCnt="0"/>
      <dgm:spPr/>
    </dgm:pt>
    <dgm:pt modelId="{16617CD0-764E-9341-8138-D677EB164F1E}" type="pres">
      <dgm:prSet presAssocID="{F35F3055-9EF1-478D-8A74-669AF714B559}" presName="node" presStyleLbl="node1" presStyleIdx="1" presStyleCnt="6">
        <dgm:presLayoutVars>
          <dgm:bulletEnabled val="1"/>
        </dgm:presLayoutVars>
      </dgm:prSet>
      <dgm:spPr/>
    </dgm:pt>
    <dgm:pt modelId="{8C45EE28-E887-174F-9AD3-6EE46DD8D7FC}" type="pres">
      <dgm:prSet presAssocID="{FF455839-BF2B-4F8B-95D3-6FB5839FDF1E}" presName="sibTrans" presStyleCnt="0"/>
      <dgm:spPr/>
    </dgm:pt>
    <dgm:pt modelId="{1FDC98D9-1B4B-FC41-8AD3-553FE95B9A42}" type="pres">
      <dgm:prSet presAssocID="{528F8FDD-B51B-4F8F-B9B6-F71872E76CFD}" presName="node" presStyleLbl="node1" presStyleIdx="2" presStyleCnt="6">
        <dgm:presLayoutVars>
          <dgm:bulletEnabled val="1"/>
        </dgm:presLayoutVars>
      </dgm:prSet>
      <dgm:spPr/>
    </dgm:pt>
    <dgm:pt modelId="{B38A0237-B044-034A-9C3B-74E47BA9B5B6}" type="pres">
      <dgm:prSet presAssocID="{6374F1F7-1D32-4C27-AF35-62FED02F2538}" presName="sibTrans" presStyleCnt="0"/>
      <dgm:spPr/>
    </dgm:pt>
    <dgm:pt modelId="{E3F7D5C5-3D9C-BB4F-B2C2-2A9B0B1261C8}" type="pres">
      <dgm:prSet presAssocID="{00671FB4-CF24-40D2-ACC4-969C9A0518DE}" presName="node" presStyleLbl="node1" presStyleIdx="3" presStyleCnt="6">
        <dgm:presLayoutVars>
          <dgm:bulletEnabled val="1"/>
        </dgm:presLayoutVars>
      </dgm:prSet>
      <dgm:spPr/>
    </dgm:pt>
    <dgm:pt modelId="{7AF201E5-9DB2-3B4A-9F14-9C51BE9D5F1A}" type="pres">
      <dgm:prSet presAssocID="{FA1E99DD-0414-4A01-BC40-619F4AA195BE}" presName="sibTrans" presStyleCnt="0"/>
      <dgm:spPr/>
    </dgm:pt>
    <dgm:pt modelId="{C93965C5-5337-C64A-9259-882C5C3CB2D4}" type="pres">
      <dgm:prSet presAssocID="{FC95BB6B-2110-4CC5-BA06-CF86788D0F3A}" presName="node" presStyleLbl="node1" presStyleIdx="4" presStyleCnt="6">
        <dgm:presLayoutVars>
          <dgm:bulletEnabled val="1"/>
        </dgm:presLayoutVars>
      </dgm:prSet>
      <dgm:spPr/>
    </dgm:pt>
    <dgm:pt modelId="{B24BA272-9FF1-0D4B-99F0-DB9EFB0CBF3F}" type="pres">
      <dgm:prSet presAssocID="{60BCEE76-212D-45AE-87B6-8B5B44293EF5}" presName="sibTrans" presStyleCnt="0"/>
      <dgm:spPr/>
    </dgm:pt>
    <dgm:pt modelId="{3CB9A110-85FF-C64D-800F-1274BBC0E117}" type="pres">
      <dgm:prSet presAssocID="{EAD99412-E4E2-466A-9138-4B80204A6BDD}" presName="node" presStyleLbl="node1" presStyleIdx="5" presStyleCnt="6">
        <dgm:presLayoutVars>
          <dgm:bulletEnabled val="1"/>
        </dgm:presLayoutVars>
      </dgm:prSet>
      <dgm:spPr/>
    </dgm:pt>
  </dgm:ptLst>
  <dgm:cxnLst>
    <dgm:cxn modelId="{214C471B-EEA1-3645-9154-0E2A17606FC4}" type="presOf" srcId="{FC95BB6B-2110-4CC5-BA06-CF86788D0F3A}" destId="{C93965C5-5337-C64A-9259-882C5C3CB2D4}" srcOrd="0" destOrd="0" presId="urn:microsoft.com/office/officeart/2005/8/layout/default"/>
    <dgm:cxn modelId="{E046A226-0CF6-4A69-9BED-9A058931734F}" srcId="{E534A852-522E-4E15-B169-2BB9475A3299}" destId="{528F8FDD-B51B-4F8F-B9B6-F71872E76CFD}" srcOrd="2" destOrd="0" parTransId="{C1E969A4-9D6C-42A5-ACD2-81191FE1135F}" sibTransId="{6374F1F7-1D32-4C27-AF35-62FED02F2538}"/>
    <dgm:cxn modelId="{8B23CB44-CEF0-BC43-BFFD-E108FB452A14}" type="presOf" srcId="{528F8FDD-B51B-4F8F-B9B6-F71872E76CFD}" destId="{1FDC98D9-1B4B-FC41-8AD3-553FE95B9A42}" srcOrd="0" destOrd="0" presId="urn:microsoft.com/office/officeart/2005/8/layout/default"/>
    <dgm:cxn modelId="{3579574A-F20E-4EAC-BC2D-3BB57B9AFDB2}" srcId="{E534A852-522E-4E15-B169-2BB9475A3299}" destId="{948DAA34-420F-499D-8695-0846C114B698}" srcOrd="0" destOrd="0" parTransId="{21E65BE1-76AE-4AA2-96EE-9AC341D0E142}" sibTransId="{B1158C3F-0EDE-472B-AA11-8131FC73B8F3}"/>
    <dgm:cxn modelId="{44B15C5C-B895-48D4-B038-3C12AF6A4A4B}" srcId="{E534A852-522E-4E15-B169-2BB9475A3299}" destId="{FC95BB6B-2110-4CC5-BA06-CF86788D0F3A}" srcOrd="4" destOrd="0" parTransId="{0357D524-D96E-4970-AB9D-3A979EBC070C}" sibTransId="{60BCEE76-212D-45AE-87B6-8B5B44293EF5}"/>
    <dgm:cxn modelId="{1AAFC06D-3454-4353-BE7C-0C2F7603FA7F}" srcId="{E534A852-522E-4E15-B169-2BB9475A3299}" destId="{F35F3055-9EF1-478D-8A74-669AF714B559}" srcOrd="1" destOrd="0" parTransId="{611C1778-E9AA-4D29-989B-100C0F447FFF}" sibTransId="{FF455839-BF2B-4F8B-95D3-6FB5839FDF1E}"/>
    <dgm:cxn modelId="{B5E8A471-07EB-2648-BFA5-F09E7C382622}" type="presOf" srcId="{00671FB4-CF24-40D2-ACC4-969C9A0518DE}" destId="{E3F7D5C5-3D9C-BB4F-B2C2-2A9B0B1261C8}" srcOrd="0" destOrd="0" presId="urn:microsoft.com/office/officeart/2005/8/layout/default"/>
    <dgm:cxn modelId="{51A19A76-BEA2-7146-BD7F-E8FBD69C9ED1}" type="presOf" srcId="{EAD99412-E4E2-466A-9138-4B80204A6BDD}" destId="{3CB9A110-85FF-C64D-800F-1274BBC0E117}" srcOrd="0" destOrd="0" presId="urn:microsoft.com/office/officeart/2005/8/layout/default"/>
    <dgm:cxn modelId="{8F2A019D-0EAF-451F-B66E-9647F0C79C58}" srcId="{E534A852-522E-4E15-B169-2BB9475A3299}" destId="{EAD99412-E4E2-466A-9138-4B80204A6BDD}" srcOrd="5" destOrd="0" parTransId="{6FDB43A8-A87D-4ED2-A286-4A13FCC2893D}" sibTransId="{8B39B681-9017-4CAB-86F9-EA8805A1AD2D}"/>
    <dgm:cxn modelId="{B9EC22B1-517F-497B-9440-A74231B95540}" srcId="{E534A852-522E-4E15-B169-2BB9475A3299}" destId="{00671FB4-CF24-40D2-ACC4-969C9A0518DE}" srcOrd="3" destOrd="0" parTransId="{F56544D3-925B-4D05-BDC0-440DECF7831D}" sibTransId="{FA1E99DD-0414-4A01-BC40-619F4AA195BE}"/>
    <dgm:cxn modelId="{768E4DB8-20EA-9442-9332-C3788C8A596A}" type="presOf" srcId="{948DAA34-420F-499D-8695-0846C114B698}" destId="{34EEDEE0-5C84-E044-AC14-0DAE51A7F266}" srcOrd="0" destOrd="0" presId="urn:microsoft.com/office/officeart/2005/8/layout/default"/>
    <dgm:cxn modelId="{018F98C0-F674-EE44-B13C-50CDB447CA7D}" type="presOf" srcId="{E534A852-522E-4E15-B169-2BB9475A3299}" destId="{229CC1B8-4146-E64C-9FA8-F90B0ECE1AEA}" srcOrd="0" destOrd="0" presId="urn:microsoft.com/office/officeart/2005/8/layout/default"/>
    <dgm:cxn modelId="{85594AC9-0B8F-314A-8510-485DCFC1CD17}" type="presOf" srcId="{F35F3055-9EF1-478D-8A74-669AF714B559}" destId="{16617CD0-764E-9341-8138-D677EB164F1E}" srcOrd="0" destOrd="0" presId="urn:microsoft.com/office/officeart/2005/8/layout/default"/>
    <dgm:cxn modelId="{499D324A-6BE1-B24F-B943-B273EC5C328C}" type="presParOf" srcId="{229CC1B8-4146-E64C-9FA8-F90B0ECE1AEA}" destId="{34EEDEE0-5C84-E044-AC14-0DAE51A7F266}" srcOrd="0" destOrd="0" presId="urn:microsoft.com/office/officeart/2005/8/layout/default"/>
    <dgm:cxn modelId="{03F5C978-0A42-6D41-AAE6-2AA035BEF436}" type="presParOf" srcId="{229CC1B8-4146-E64C-9FA8-F90B0ECE1AEA}" destId="{8196D3D1-B061-AA4F-AB03-3E219C47D6FC}" srcOrd="1" destOrd="0" presId="urn:microsoft.com/office/officeart/2005/8/layout/default"/>
    <dgm:cxn modelId="{58304434-7D52-764C-B253-6B06655D574F}" type="presParOf" srcId="{229CC1B8-4146-E64C-9FA8-F90B0ECE1AEA}" destId="{16617CD0-764E-9341-8138-D677EB164F1E}" srcOrd="2" destOrd="0" presId="urn:microsoft.com/office/officeart/2005/8/layout/default"/>
    <dgm:cxn modelId="{9771758D-4F8D-1740-8472-DAB8B53D83F5}" type="presParOf" srcId="{229CC1B8-4146-E64C-9FA8-F90B0ECE1AEA}" destId="{8C45EE28-E887-174F-9AD3-6EE46DD8D7FC}" srcOrd="3" destOrd="0" presId="urn:microsoft.com/office/officeart/2005/8/layout/default"/>
    <dgm:cxn modelId="{C02BCBEB-4C45-9B40-983D-D0A9143EF2F9}" type="presParOf" srcId="{229CC1B8-4146-E64C-9FA8-F90B0ECE1AEA}" destId="{1FDC98D9-1B4B-FC41-8AD3-553FE95B9A42}" srcOrd="4" destOrd="0" presId="urn:microsoft.com/office/officeart/2005/8/layout/default"/>
    <dgm:cxn modelId="{77948691-3AD2-FB4A-89D5-82DEDC536996}" type="presParOf" srcId="{229CC1B8-4146-E64C-9FA8-F90B0ECE1AEA}" destId="{B38A0237-B044-034A-9C3B-74E47BA9B5B6}" srcOrd="5" destOrd="0" presId="urn:microsoft.com/office/officeart/2005/8/layout/default"/>
    <dgm:cxn modelId="{E0629CFF-A15E-F348-8E03-8E2E705CA75D}" type="presParOf" srcId="{229CC1B8-4146-E64C-9FA8-F90B0ECE1AEA}" destId="{E3F7D5C5-3D9C-BB4F-B2C2-2A9B0B1261C8}" srcOrd="6" destOrd="0" presId="urn:microsoft.com/office/officeart/2005/8/layout/default"/>
    <dgm:cxn modelId="{05AAFDAB-2393-8A44-932E-054408B91FFA}" type="presParOf" srcId="{229CC1B8-4146-E64C-9FA8-F90B0ECE1AEA}" destId="{7AF201E5-9DB2-3B4A-9F14-9C51BE9D5F1A}" srcOrd="7" destOrd="0" presId="urn:microsoft.com/office/officeart/2005/8/layout/default"/>
    <dgm:cxn modelId="{E9910FFB-B1AA-B945-803D-D46CEFEA984F}" type="presParOf" srcId="{229CC1B8-4146-E64C-9FA8-F90B0ECE1AEA}" destId="{C93965C5-5337-C64A-9259-882C5C3CB2D4}" srcOrd="8" destOrd="0" presId="urn:microsoft.com/office/officeart/2005/8/layout/default"/>
    <dgm:cxn modelId="{45F98B46-3DEC-9641-A7E0-8422747A1A00}" type="presParOf" srcId="{229CC1B8-4146-E64C-9FA8-F90B0ECE1AEA}" destId="{B24BA272-9FF1-0D4B-99F0-DB9EFB0CBF3F}" srcOrd="9" destOrd="0" presId="urn:microsoft.com/office/officeart/2005/8/layout/default"/>
    <dgm:cxn modelId="{A95B212E-EFBC-DD49-8097-C6FF32B50F10}" type="presParOf" srcId="{229CC1B8-4146-E64C-9FA8-F90B0ECE1AEA}" destId="{3CB9A110-85FF-C64D-800F-1274BBC0E117}" srcOrd="1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147E47B7-AAC6-48F8-A8B3-BC63BFCFE81F}" type="doc">
      <dgm:prSet loTypeId="urn:microsoft.com/office/officeart/2005/8/layout/vList2" loCatId="list" qsTypeId="urn:microsoft.com/office/officeart/2005/8/quickstyle/simple2" qsCatId="simple" csTypeId="urn:microsoft.com/office/officeart/2005/8/colors/colorful5" csCatId="colorful"/>
      <dgm:spPr/>
      <dgm:t>
        <a:bodyPr/>
        <a:lstStyle/>
        <a:p>
          <a:endParaRPr lang="en-US"/>
        </a:p>
      </dgm:t>
    </dgm:pt>
    <dgm:pt modelId="{056013A8-F698-4FCC-B5C0-77B66A140D15}">
      <dgm:prSet/>
      <dgm:spPr/>
      <dgm:t>
        <a:bodyPr/>
        <a:lstStyle/>
        <a:p>
          <a:r>
            <a:rPr lang="en-US"/>
            <a:t>Matching your child’s educational experience at school to be more in line with their needs</a:t>
          </a:r>
        </a:p>
      </dgm:t>
    </dgm:pt>
    <dgm:pt modelId="{618E1CC5-04C5-411E-81AD-B4B86D7689CF}" type="parTrans" cxnId="{FE6ED367-88E0-4792-9C81-7BBD1FD2A993}">
      <dgm:prSet/>
      <dgm:spPr/>
      <dgm:t>
        <a:bodyPr/>
        <a:lstStyle/>
        <a:p>
          <a:endParaRPr lang="en-US"/>
        </a:p>
      </dgm:t>
    </dgm:pt>
    <dgm:pt modelId="{5BE14132-96DC-4CAB-96C5-197282CF60C7}" type="sibTrans" cxnId="{FE6ED367-88E0-4792-9C81-7BBD1FD2A993}">
      <dgm:prSet/>
      <dgm:spPr/>
      <dgm:t>
        <a:bodyPr/>
        <a:lstStyle/>
        <a:p>
          <a:endParaRPr lang="en-US"/>
        </a:p>
      </dgm:t>
    </dgm:pt>
    <dgm:pt modelId="{E2E52088-53FD-4F4F-BCFF-594DC190FA71}">
      <dgm:prSet/>
      <dgm:spPr/>
      <dgm:t>
        <a:bodyPr/>
        <a:lstStyle/>
        <a:p>
          <a:r>
            <a:rPr lang="en-US" b="1" dirty="0"/>
            <a:t>In educational terms, 'Gifted' means that the child has an educational need in one or more subject areas.</a:t>
          </a:r>
          <a:br>
            <a:rPr lang="en-US" dirty="0"/>
          </a:br>
          <a:br>
            <a:rPr lang="en-US" dirty="0"/>
          </a:br>
          <a:r>
            <a:rPr lang="en-US" dirty="0"/>
            <a:t>For the purposes of education law in Pennsylvania the term "gifted" applies to a child who learns differently enough from most other children to require measures and methods beyond those used in the normal grade-level taken in the classroom.</a:t>
          </a:r>
          <a:br>
            <a:rPr lang="en-US" dirty="0"/>
          </a:br>
          <a:r>
            <a:rPr lang="en-US" dirty="0"/>
            <a:t> </a:t>
          </a:r>
        </a:p>
      </dgm:t>
    </dgm:pt>
    <dgm:pt modelId="{A0C6A42C-4192-4153-BA6D-68176CDAF37D}" type="parTrans" cxnId="{D0161B49-24EA-408B-92DC-C96184E28EF6}">
      <dgm:prSet/>
      <dgm:spPr/>
      <dgm:t>
        <a:bodyPr/>
        <a:lstStyle/>
        <a:p>
          <a:endParaRPr lang="en-US"/>
        </a:p>
      </dgm:t>
    </dgm:pt>
    <dgm:pt modelId="{E26241F7-456F-4847-A330-5C85CD979532}" type="sibTrans" cxnId="{D0161B49-24EA-408B-92DC-C96184E28EF6}">
      <dgm:prSet/>
      <dgm:spPr/>
      <dgm:t>
        <a:bodyPr/>
        <a:lstStyle/>
        <a:p>
          <a:endParaRPr lang="en-US"/>
        </a:p>
      </dgm:t>
    </dgm:pt>
    <dgm:pt modelId="{D5E17EC4-86CF-4BB1-B017-F4462A5220D5}">
      <dgm:prSet/>
      <dgm:spPr/>
      <dgm:t>
        <a:bodyPr/>
        <a:lstStyle/>
        <a:p>
          <a:r>
            <a:rPr lang="en-US" b="1"/>
            <a:t>A gifted child's educational needs must be identified using a calculation that is reasonable and met through a plan called the Gifted IEP designed to provide an education of meaningful benefit to the child.</a:t>
          </a:r>
          <a:br>
            <a:rPr lang="en-US"/>
          </a:br>
          <a:br>
            <a:rPr lang="en-US"/>
          </a:br>
          <a:r>
            <a:rPr lang="en-US"/>
            <a:t>The school must plan to meet the needs of each gifted child based on each child's individual needs.</a:t>
          </a:r>
          <a:br>
            <a:rPr lang="en-US"/>
          </a:br>
          <a:br>
            <a:rPr lang="en-US"/>
          </a:br>
          <a:endParaRPr lang="en-US"/>
        </a:p>
      </dgm:t>
    </dgm:pt>
    <dgm:pt modelId="{F42908EF-6E16-4B1E-A9DE-2523566BFB5A}" type="parTrans" cxnId="{21EA4177-3BC0-4B40-95AC-CFDA20002963}">
      <dgm:prSet/>
      <dgm:spPr/>
      <dgm:t>
        <a:bodyPr/>
        <a:lstStyle/>
        <a:p>
          <a:endParaRPr lang="en-US"/>
        </a:p>
      </dgm:t>
    </dgm:pt>
    <dgm:pt modelId="{C0E92E34-84F7-4FFF-BD3B-49961DB42BFF}" type="sibTrans" cxnId="{21EA4177-3BC0-4B40-95AC-CFDA20002963}">
      <dgm:prSet/>
      <dgm:spPr/>
      <dgm:t>
        <a:bodyPr/>
        <a:lstStyle/>
        <a:p>
          <a:endParaRPr lang="en-US"/>
        </a:p>
      </dgm:t>
    </dgm:pt>
    <dgm:pt modelId="{F7678277-E86F-4665-A6CC-9F29788C371A}" type="pres">
      <dgm:prSet presAssocID="{147E47B7-AAC6-48F8-A8B3-BC63BFCFE81F}" presName="linear" presStyleCnt="0">
        <dgm:presLayoutVars>
          <dgm:animLvl val="lvl"/>
          <dgm:resizeHandles val="exact"/>
        </dgm:presLayoutVars>
      </dgm:prSet>
      <dgm:spPr/>
    </dgm:pt>
    <dgm:pt modelId="{75B6E1CF-789D-43B4-B0FB-19753521AAFF}" type="pres">
      <dgm:prSet presAssocID="{056013A8-F698-4FCC-B5C0-77B66A140D15}" presName="parentText" presStyleLbl="node1" presStyleIdx="0" presStyleCnt="1">
        <dgm:presLayoutVars>
          <dgm:chMax val="0"/>
          <dgm:bulletEnabled val="1"/>
        </dgm:presLayoutVars>
      </dgm:prSet>
      <dgm:spPr/>
    </dgm:pt>
    <dgm:pt modelId="{46C5F051-F40F-4DE1-91BD-65F26D9EC19D}" type="pres">
      <dgm:prSet presAssocID="{056013A8-F698-4FCC-B5C0-77B66A140D15}" presName="childText" presStyleLbl="revTx" presStyleIdx="0" presStyleCnt="1">
        <dgm:presLayoutVars>
          <dgm:bulletEnabled val="1"/>
        </dgm:presLayoutVars>
      </dgm:prSet>
      <dgm:spPr/>
    </dgm:pt>
  </dgm:ptLst>
  <dgm:cxnLst>
    <dgm:cxn modelId="{D0161B49-24EA-408B-92DC-C96184E28EF6}" srcId="{056013A8-F698-4FCC-B5C0-77B66A140D15}" destId="{E2E52088-53FD-4F4F-BCFF-594DC190FA71}" srcOrd="0" destOrd="0" parTransId="{A0C6A42C-4192-4153-BA6D-68176CDAF37D}" sibTransId="{E26241F7-456F-4847-A330-5C85CD979532}"/>
    <dgm:cxn modelId="{FE6ED367-88E0-4792-9C81-7BBD1FD2A993}" srcId="{147E47B7-AAC6-48F8-A8B3-BC63BFCFE81F}" destId="{056013A8-F698-4FCC-B5C0-77B66A140D15}" srcOrd="0" destOrd="0" parTransId="{618E1CC5-04C5-411E-81AD-B4B86D7689CF}" sibTransId="{5BE14132-96DC-4CAB-96C5-197282CF60C7}"/>
    <dgm:cxn modelId="{EF84736D-2F38-46F1-A3B9-9EA5E11DD040}" type="presOf" srcId="{E2E52088-53FD-4F4F-BCFF-594DC190FA71}" destId="{46C5F051-F40F-4DE1-91BD-65F26D9EC19D}" srcOrd="0" destOrd="0" presId="urn:microsoft.com/office/officeart/2005/8/layout/vList2"/>
    <dgm:cxn modelId="{21EA4177-3BC0-4B40-95AC-CFDA20002963}" srcId="{056013A8-F698-4FCC-B5C0-77B66A140D15}" destId="{D5E17EC4-86CF-4BB1-B017-F4462A5220D5}" srcOrd="1" destOrd="0" parTransId="{F42908EF-6E16-4B1E-A9DE-2523566BFB5A}" sibTransId="{C0E92E34-84F7-4FFF-BD3B-49961DB42BFF}"/>
    <dgm:cxn modelId="{5E2FA48B-8EBA-449E-BAE6-64FE3B076243}" type="presOf" srcId="{056013A8-F698-4FCC-B5C0-77B66A140D15}" destId="{75B6E1CF-789D-43B4-B0FB-19753521AAFF}" srcOrd="0" destOrd="0" presId="urn:microsoft.com/office/officeart/2005/8/layout/vList2"/>
    <dgm:cxn modelId="{3DA3CA99-B261-4FFF-B871-D31FFBCEB439}" type="presOf" srcId="{D5E17EC4-86CF-4BB1-B017-F4462A5220D5}" destId="{46C5F051-F40F-4DE1-91BD-65F26D9EC19D}" srcOrd="0" destOrd="1" presId="urn:microsoft.com/office/officeart/2005/8/layout/vList2"/>
    <dgm:cxn modelId="{CB3303A4-6F3E-4493-BD18-D617ECCF7085}" type="presOf" srcId="{147E47B7-AAC6-48F8-A8B3-BC63BFCFE81F}" destId="{F7678277-E86F-4665-A6CC-9F29788C371A}" srcOrd="0" destOrd="0" presId="urn:microsoft.com/office/officeart/2005/8/layout/vList2"/>
    <dgm:cxn modelId="{55252A62-F021-4999-A878-D9CEF0982D53}" type="presParOf" srcId="{F7678277-E86F-4665-A6CC-9F29788C371A}" destId="{75B6E1CF-789D-43B4-B0FB-19753521AAFF}" srcOrd="0" destOrd="0" presId="urn:microsoft.com/office/officeart/2005/8/layout/vList2"/>
    <dgm:cxn modelId="{3DB30B3A-B765-4874-975C-24DF63B7954A}" type="presParOf" srcId="{F7678277-E86F-4665-A6CC-9F29788C371A}" destId="{46C5F051-F40F-4DE1-91BD-65F26D9EC19D}"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FD95A3BF-3393-4F5E-99A3-FF0AD20206FB}"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4854A07D-8A39-4BAE-A000-8D453A1875A6}">
      <dgm:prSet/>
      <dgm:spPr/>
      <dgm:t>
        <a:bodyPr/>
        <a:lstStyle/>
        <a:p>
          <a:r>
            <a:rPr lang="en-US"/>
            <a:t>Request an evaluation in writing </a:t>
          </a:r>
        </a:p>
      </dgm:t>
    </dgm:pt>
    <dgm:pt modelId="{A34B81D1-0EC1-49F5-9C50-A64D7DE655CA}" type="parTrans" cxnId="{E0940A7B-DD61-4229-944D-FD8B95BE5198}">
      <dgm:prSet/>
      <dgm:spPr/>
      <dgm:t>
        <a:bodyPr/>
        <a:lstStyle/>
        <a:p>
          <a:endParaRPr lang="en-US"/>
        </a:p>
      </dgm:t>
    </dgm:pt>
    <dgm:pt modelId="{7C055B44-7526-43F8-9530-C94D77A02A5C}" type="sibTrans" cxnId="{E0940A7B-DD61-4229-944D-FD8B95BE5198}">
      <dgm:prSet/>
      <dgm:spPr/>
      <dgm:t>
        <a:bodyPr/>
        <a:lstStyle/>
        <a:p>
          <a:endParaRPr lang="en-US"/>
        </a:p>
      </dgm:t>
    </dgm:pt>
    <dgm:pt modelId="{8882E61A-19D1-45C0-9626-EC7EB710F865}">
      <dgm:prSet/>
      <dgm:spPr/>
      <dgm:t>
        <a:bodyPr/>
        <a:lstStyle/>
        <a:p>
          <a:r>
            <a:rPr lang="en-US"/>
            <a:t>The District may ask for a gifted screener </a:t>
          </a:r>
        </a:p>
      </dgm:t>
    </dgm:pt>
    <dgm:pt modelId="{64E97E6A-2D12-4280-9ECB-BB73755342C3}" type="parTrans" cxnId="{129D66C3-D530-4629-8B07-82B03997F846}">
      <dgm:prSet/>
      <dgm:spPr/>
      <dgm:t>
        <a:bodyPr/>
        <a:lstStyle/>
        <a:p>
          <a:endParaRPr lang="en-US"/>
        </a:p>
      </dgm:t>
    </dgm:pt>
    <dgm:pt modelId="{527C7929-240B-419D-ACF2-4E0B342E08F3}" type="sibTrans" cxnId="{129D66C3-D530-4629-8B07-82B03997F846}">
      <dgm:prSet/>
      <dgm:spPr/>
      <dgm:t>
        <a:bodyPr/>
        <a:lstStyle/>
        <a:p>
          <a:endParaRPr lang="en-US"/>
        </a:p>
      </dgm:t>
    </dgm:pt>
    <dgm:pt modelId="{8F70CFE3-6459-4CA6-835A-06F980581E03}">
      <dgm:prSet/>
      <dgm:spPr/>
      <dgm:t>
        <a:bodyPr/>
        <a:lstStyle/>
        <a:p>
          <a:r>
            <a:rPr lang="en-US"/>
            <a:t>The District will send a Permission to Evaluate (PTE)</a:t>
          </a:r>
        </a:p>
      </dgm:t>
    </dgm:pt>
    <dgm:pt modelId="{3698236B-AA7D-4784-B17B-69AF8C785602}" type="parTrans" cxnId="{CE0387A7-FDDF-4C86-887D-B7ECDFBEEF7E}">
      <dgm:prSet/>
      <dgm:spPr/>
      <dgm:t>
        <a:bodyPr/>
        <a:lstStyle/>
        <a:p>
          <a:endParaRPr lang="en-US"/>
        </a:p>
      </dgm:t>
    </dgm:pt>
    <dgm:pt modelId="{7DBE5C91-7EF8-4177-83D8-B541CCF3D49C}" type="sibTrans" cxnId="{CE0387A7-FDDF-4C86-887D-B7ECDFBEEF7E}">
      <dgm:prSet/>
      <dgm:spPr/>
      <dgm:t>
        <a:bodyPr/>
        <a:lstStyle/>
        <a:p>
          <a:endParaRPr lang="en-US"/>
        </a:p>
      </dgm:t>
    </dgm:pt>
    <dgm:pt modelId="{76667944-A069-462D-82B6-A8C21EB3B5A1}">
      <dgm:prSet/>
      <dgm:spPr/>
      <dgm:t>
        <a:bodyPr/>
        <a:lstStyle/>
        <a:p>
          <a:r>
            <a:rPr lang="en-US"/>
            <a:t>Once the District receives the signed PTE, they have 60 days to </a:t>
          </a:r>
        </a:p>
      </dgm:t>
    </dgm:pt>
    <dgm:pt modelId="{E65C7969-EA97-4002-8727-F7F7E37C6BE7}" type="parTrans" cxnId="{823FA570-DBF0-4F74-A15B-5F20D2AEF428}">
      <dgm:prSet/>
      <dgm:spPr/>
      <dgm:t>
        <a:bodyPr/>
        <a:lstStyle/>
        <a:p>
          <a:endParaRPr lang="en-US"/>
        </a:p>
      </dgm:t>
    </dgm:pt>
    <dgm:pt modelId="{C9BC1A77-5F46-472B-AE61-4B3ECB5BA9B5}" type="sibTrans" cxnId="{823FA570-DBF0-4F74-A15B-5F20D2AEF428}">
      <dgm:prSet/>
      <dgm:spPr/>
      <dgm:t>
        <a:bodyPr/>
        <a:lstStyle/>
        <a:p>
          <a:endParaRPr lang="en-US"/>
        </a:p>
      </dgm:t>
    </dgm:pt>
    <dgm:pt modelId="{68F73FE7-23A1-480C-8B2F-D61552F0443F}">
      <dgm:prSet/>
      <dgm:spPr/>
      <dgm:t>
        <a:bodyPr/>
        <a:lstStyle/>
        <a:p>
          <a:r>
            <a:rPr lang="en-US"/>
            <a:t>Evaluate the student</a:t>
          </a:r>
        </a:p>
      </dgm:t>
    </dgm:pt>
    <dgm:pt modelId="{0CAD7FD6-698B-4321-8BB6-9C6A871C9111}" type="parTrans" cxnId="{FB436660-062F-4F3E-8903-D61C26DD49D2}">
      <dgm:prSet/>
      <dgm:spPr/>
      <dgm:t>
        <a:bodyPr/>
        <a:lstStyle/>
        <a:p>
          <a:endParaRPr lang="en-US"/>
        </a:p>
      </dgm:t>
    </dgm:pt>
    <dgm:pt modelId="{935076BC-A332-48C6-92C0-8514903A4100}" type="sibTrans" cxnId="{FB436660-062F-4F3E-8903-D61C26DD49D2}">
      <dgm:prSet/>
      <dgm:spPr/>
      <dgm:t>
        <a:bodyPr/>
        <a:lstStyle/>
        <a:p>
          <a:endParaRPr lang="en-US"/>
        </a:p>
      </dgm:t>
    </dgm:pt>
    <dgm:pt modelId="{5A840491-ED7D-43B3-A670-ABFCD0F1F275}">
      <dgm:prSet/>
      <dgm:spPr/>
      <dgm:t>
        <a:bodyPr/>
        <a:lstStyle/>
        <a:p>
          <a:r>
            <a:rPr lang="en-US"/>
            <a:t>Have the completed report in your possession </a:t>
          </a:r>
        </a:p>
      </dgm:t>
    </dgm:pt>
    <dgm:pt modelId="{AA0F840D-422B-4F42-9AA9-0EBC4DD5D618}" type="parTrans" cxnId="{539B4882-A4C8-4EA6-88BD-6921D8733901}">
      <dgm:prSet/>
      <dgm:spPr/>
      <dgm:t>
        <a:bodyPr/>
        <a:lstStyle/>
        <a:p>
          <a:endParaRPr lang="en-US"/>
        </a:p>
      </dgm:t>
    </dgm:pt>
    <dgm:pt modelId="{85A745D8-E486-4B12-90D3-E35330E33DEB}" type="sibTrans" cxnId="{539B4882-A4C8-4EA6-88BD-6921D8733901}">
      <dgm:prSet/>
      <dgm:spPr/>
      <dgm:t>
        <a:bodyPr/>
        <a:lstStyle/>
        <a:p>
          <a:endParaRPr lang="en-US"/>
        </a:p>
      </dgm:t>
    </dgm:pt>
    <dgm:pt modelId="{76D04931-6AF4-4201-AC9E-91FB5DEB0662}">
      <dgm:prSet/>
      <dgm:spPr/>
      <dgm:t>
        <a:bodyPr/>
        <a:lstStyle/>
        <a:p>
          <a:r>
            <a:rPr lang="en-US"/>
            <a:t>The evaluation results are put into a Gifted Written Report (GWR)</a:t>
          </a:r>
        </a:p>
      </dgm:t>
    </dgm:pt>
    <dgm:pt modelId="{6B0157E6-511C-4BA7-9833-91B5A16B2488}" type="parTrans" cxnId="{CFD06F8A-D661-4763-9C7F-E78EAF4CC71E}">
      <dgm:prSet/>
      <dgm:spPr/>
      <dgm:t>
        <a:bodyPr/>
        <a:lstStyle/>
        <a:p>
          <a:endParaRPr lang="en-US"/>
        </a:p>
      </dgm:t>
    </dgm:pt>
    <dgm:pt modelId="{A8B7D6D5-B6BE-4131-8F36-B9CCBDBE65EA}" type="sibTrans" cxnId="{CFD06F8A-D661-4763-9C7F-E78EAF4CC71E}">
      <dgm:prSet/>
      <dgm:spPr/>
      <dgm:t>
        <a:bodyPr/>
        <a:lstStyle/>
        <a:p>
          <a:endParaRPr lang="en-US"/>
        </a:p>
      </dgm:t>
    </dgm:pt>
    <dgm:pt modelId="{430FD2D3-37B7-437A-A68F-A8ACFC37D4CB}">
      <dgm:prSet/>
      <dgm:spPr/>
      <dgm:t>
        <a:bodyPr/>
        <a:lstStyle/>
        <a:p>
          <a:r>
            <a:rPr lang="en-US"/>
            <a:t>If the GWR shows the need for specialized instruction, a G-IEP meeting will be convened </a:t>
          </a:r>
        </a:p>
      </dgm:t>
    </dgm:pt>
    <dgm:pt modelId="{4352AA39-DFE7-4A80-A086-D3E52C2089B1}" type="parTrans" cxnId="{D0FEC9A6-6AA3-43AA-AA0E-F3884B5BEBE3}">
      <dgm:prSet/>
      <dgm:spPr/>
      <dgm:t>
        <a:bodyPr/>
        <a:lstStyle/>
        <a:p>
          <a:endParaRPr lang="en-US"/>
        </a:p>
      </dgm:t>
    </dgm:pt>
    <dgm:pt modelId="{532ECB21-3893-44A0-9668-AEDDCD63A488}" type="sibTrans" cxnId="{D0FEC9A6-6AA3-43AA-AA0E-F3884B5BEBE3}">
      <dgm:prSet/>
      <dgm:spPr/>
      <dgm:t>
        <a:bodyPr/>
        <a:lstStyle/>
        <a:p>
          <a:endParaRPr lang="en-US"/>
        </a:p>
      </dgm:t>
    </dgm:pt>
    <dgm:pt modelId="{64E96376-72B8-4601-8C6B-B20BCB7CCD51}" type="pres">
      <dgm:prSet presAssocID="{FD95A3BF-3393-4F5E-99A3-FF0AD20206FB}" presName="linear" presStyleCnt="0">
        <dgm:presLayoutVars>
          <dgm:animLvl val="lvl"/>
          <dgm:resizeHandles val="exact"/>
        </dgm:presLayoutVars>
      </dgm:prSet>
      <dgm:spPr/>
    </dgm:pt>
    <dgm:pt modelId="{ED7F716B-3C8E-4A7F-9365-98A33FC7CDF1}" type="pres">
      <dgm:prSet presAssocID="{4854A07D-8A39-4BAE-A000-8D453A1875A6}" presName="parentText" presStyleLbl="node1" presStyleIdx="0" presStyleCnt="5">
        <dgm:presLayoutVars>
          <dgm:chMax val="0"/>
          <dgm:bulletEnabled val="1"/>
        </dgm:presLayoutVars>
      </dgm:prSet>
      <dgm:spPr/>
    </dgm:pt>
    <dgm:pt modelId="{29580904-F8CA-4476-9042-056A0BBC9C52}" type="pres">
      <dgm:prSet presAssocID="{4854A07D-8A39-4BAE-A000-8D453A1875A6}" presName="childText" presStyleLbl="revTx" presStyleIdx="0" presStyleCnt="2">
        <dgm:presLayoutVars>
          <dgm:bulletEnabled val="1"/>
        </dgm:presLayoutVars>
      </dgm:prSet>
      <dgm:spPr/>
    </dgm:pt>
    <dgm:pt modelId="{7198BE87-98C1-4FF9-92AB-AD4997AA532F}" type="pres">
      <dgm:prSet presAssocID="{8F70CFE3-6459-4CA6-835A-06F980581E03}" presName="parentText" presStyleLbl="node1" presStyleIdx="1" presStyleCnt="5">
        <dgm:presLayoutVars>
          <dgm:chMax val="0"/>
          <dgm:bulletEnabled val="1"/>
        </dgm:presLayoutVars>
      </dgm:prSet>
      <dgm:spPr/>
    </dgm:pt>
    <dgm:pt modelId="{6E4B8B0E-0F28-469F-BD57-87420EA071FA}" type="pres">
      <dgm:prSet presAssocID="{7DBE5C91-7EF8-4177-83D8-B541CCF3D49C}" presName="spacer" presStyleCnt="0"/>
      <dgm:spPr/>
    </dgm:pt>
    <dgm:pt modelId="{98A27151-78C4-49CA-B749-11FA40BA6C48}" type="pres">
      <dgm:prSet presAssocID="{76667944-A069-462D-82B6-A8C21EB3B5A1}" presName="parentText" presStyleLbl="node1" presStyleIdx="2" presStyleCnt="5">
        <dgm:presLayoutVars>
          <dgm:chMax val="0"/>
          <dgm:bulletEnabled val="1"/>
        </dgm:presLayoutVars>
      </dgm:prSet>
      <dgm:spPr/>
    </dgm:pt>
    <dgm:pt modelId="{32D45003-198B-4446-86E2-A339E858CB7E}" type="pres">
      <dgm:prSet presAssocID="{76667944-A069-462D-82B6-A8C21EB3B5A1}" presName="childText" presStyleLbl="revTx" presStyleIdx="1" presStyleCnt="2">
        <dgm:presLayoutVars>
          <dgm:bulletEnabled val="1"/>
        </dgm:presLayoutVars>
      </dgm:prSet>
      <dgm:spPr/>
    </dgm:pt>
    <dgm:pt modelId="{3AD96ED6-06C7-4FC8-A2D3-7DC7E7DA94BD}" type="pres">
      <dgm:prSet presAssocID="{76D04931-6AF4-4201-AC9E-91FB5DEB0662}" presName="parentText" presStyleLbl="node1" presStyleIdx="3" presStyleCnt="5">
        <dgm:presLayoutVars>
          <dgm:chMax val="0"/>
          <dgm:bulletEnabled val="1"/>
        </dgm:presLayoutVars>
      </dgm:prSet>
      <dgm:spPr/>
    </dgm:pt>
    <dgm:pt modelId="{F2D79674-1066-4CC3-8084-FA4DC24EFE66}" type="pres">
      <dgm:prSet presAssocID="{A8B7D6D5-B6BE-4131-8F36-B9CCBDBE65EA}" presName="spacer" presStyleCnt="0"/>
      <dgm:spPr/>
    </dgm:pt>
    <dgm:pt modelId="{7C4E26C9-A950-4758-A58C-A488D82CD636}" type="pres">
      <dgm:prSet presAssocID="{430FD2D3-37B7-437A-A68F-A8ACFC37D4CB}" presName="parentText" presStyleLbl="node1" presStyleIdx="4" presStyleCnt="5">
        <dgm:presLayoutVars>
          <dgm:chMax val="0"/>
          <dgm:bulletEnabled val="1"/>
        </dgm:presLayoutVars>
      </dgm:prSet>
      <dgm:spPr/>
    </dgm:pt>
  </dgm:ptLst>
  <dgm:cxnLst>
    <dgm:cxn modelId="{1B9A8804-4D62-4DD1-90A0-37E19FFE2802}" type="presOf" srcId="{5A840491-ED7D-43B3-A670-ABFCD0F1F275}" destId="{32D45003-198B-4446-86E2-A339E858CB7E}" srcOrd="0" destOrd="1" presId="urn:microsoft.com/office/officeart/2005/8/layout/vList2"/>
    <dgm:cxn modelId="{840F3A12-0DE5-432F-AEA3-4B0E9B84D72F}" type="presOf" srcId="{76667944-A069-462D-82B6-A8C21EB3B5A1}" destId="{98A27151-78C4-49CA-B749-11FA40BA6C48}" srcOrd="0" destOrd="0" presId="urn:microsoft.com/office/officeart/2005/8/layout/vList2"/>
    <dgm:cxn modelId="{6F54184B-6D01-42BC-8313-360FF3DE8768}" type="presOf" srcId="{FD95A3BF-3393-4F5E-99A3-FF0AD20206FB}" destId="{64E96376-72B8-4601-8C6B-B20BCB7CCD51}" srcOrd="0" destOrd="0" presId="urn:microsoft.com/office/officeart/2005/8/layout/vList2"/>
    <dgm:cxn modelId="{0FE7905F-2007-4433-A70B-EB07C649A7EA}" type="presOf" srcId="{430FD2D3-37B7-437A-A68F-A8ACFC37D4CB}" destId="{7C4E26C9-A950-4758-A58C-A488D82CD636}" srcOrd="0" destOrd="0" presId="urn:microsoft.com/office/officeart/2005/8/layout/vList2"/>
    <dgm:cxn modelId="{FB436660-062F-4F3E-8903-D61C26DD49D2}" srcId="{76667944-A069-462D-82B6-A8C21EB3B5A1}" destId="{68F73FE7-23A1-480C-8B2F-D61552F0443F}" srcOrd="0" destOrd="0" parTransId="{0CAD7FD6-698B-4321-8BB6-9C6A871C9111}" sibTransId="{935076BC-A332-48C6-92C0-8514903A4100}"/>
    <dgm:cxn modelId="{0D623F6F-93B3-4A5B-8BA1-88E00A70860E}" type="presOf" srcId="{68F73FE7-23A1-480C-8B2F-D61552F0443F}" destId="{32D45003-198B-4446-86E2-A339E858CB7E}" srcOrd="0" destOrd="0" presId="urn:microsoft.com/office/officeart/2005/8/layout/vList2"/>
    <dgm:cxn modelId="{823FA570-DBF0-4F74-A15B-5F20D2AEF428}" srcId="{FD95A3BF-3393-4F5E-99A3-FF0AD20206FB}" destId="{76667944-A069-462D-82B6-A8C21EB3B5A1}" srcOrd="2" destOrd="0" parTransId="{E65C7969-EA97-4002-8727-F7F7E37C6BE7}" sibTransId="{C9BC1A77-5F46-472B-AE61-4B3ECB5BA9B5}"/>
    <dgm:cxn modelId="{D4A06075-CCD9-4CB5-BB51-7EC9D08339D8}" type="presOf" srcId="{76D04931-6AF4-4201-AC9E-91FB5DEB0662}" destId="{3AD96ED6-06C7-4FC8-A2D3-7DC7E7DA94BD}" srcOrd="0" destOrd="0" presId="urn:microsoft.com/office/officeart/2005/8/layout/vList2"/>
    <dgm:cxn modelId="{E0940A7B-DD61-4229-944D-FD8B95BE5198}" srcId="{FD95A3BF-3393-4F5E-99A3-FF0AD20206FB}" destId="{4854A07D-8A39-4BAE-A000-8D453A1875A6}" srcOrd="0" destOrd="0" parTransId="{A34B81D1-0EC1-49F5-9C50-A64D7DE655CA}" sibTransId="{7C055B44-7526-43F8-9530-C94D77A02A5C}"/>
    <dgm:cxn modelId="{539B4882-A4C8-4EA6-88BD-6921D8733901}" srcId="{76667944-A069-462D-82B6-A8C21EB3B5A1}" destId="{5A840491-ED7D-43B3-A670-ABFCD0F1F275}" srcOrd="1" destOrd="0" parTransId="{AA0F840D-422B-4F42-9AA9-0EBC4DD5D618}" sibTransId="{85A745D8-E486-4B12-90D3-E35330E33DEB}"/>
    <dgm:cxn modelId="{CFD06F8A-D661-4763-9C7F-E78EAF4CC71E}" srcId="{FD95A3BF-3393-4F5E-99A3-FF0AD20206FB}" destId="{76D04931-6AF4-4201-AC9E-91FB5DEB0662}" srcOrd="3" destOrd="0" parTransId="{6B0157E6-511C-4BA7-9833-91B5A16B2488}" sibTransId="{A8B7D6D5-B6BE-4131-8F36-B9CCBDBE65EA}"/>
    <dgm:cxn modelId="{1B55B79D-5C78-47A1-A0D0-064069EB1568}" type="presOf" srcId="{8F70CFE3-6459-4CA6-835A-06F980581E03}" destId="{7198BE87-98C1-4FF9-92AB-AD4997AA532F}" srcOrd="0" destOrd="0" presId="urn:microsoft.com/office/officeart/2005/8/layout/vList2"/>
    <dgm:cxn modelId="{D0FEC9A6-6AA3-43AA-AA0E-F3884B5BEBE3}" srcId="{FD95A3BF-3393-4F5E-99A3-FF0AD20206FB}" destId="{430FD2D3-37B7-437A-A68F-A8ACFC37D4CB}" srcOrd="4" destOrd="0" parTransId="{4352AA39-DFE7-4A80-A086-D3E52C2089B1}" sibTransId="{532ECB21-3893-44A0-9668-AEDDCD63A488}"/>
    <dgm:cxn modelId="{CE0387A7-FDDF-4C86-887D-B7ECDFBEEF7E}" srcId="{FD95A3BF-3393-4F5E-99A3-FF0AD20206FB}" destId="{8F70CFE3-6459-4CA6-835A-06F980581E03}" srcOrd="1" destOrd="0" parTransId="{3698236B-AA7D-4784-B17B-69AF8C785602}" sibTransId="{7DBE5C91-7EF8-4177-83D8-B541CCF3D49C}"/>
    <dgm:cxn modelId="{4103D2B0-EC46-4CF8-864D-A52B3D0D623C}" type="presOf" srcId="{8882E61A-19D1-45C0-9626-EC7EB710F865}" destId="{29580904-F8CA-4476-9042-056A0BBC9C52}" srcOrd="0" destOrd="0" presId="urn:microsoft.com/office/officeart/2005/8/layout/vList2"/>
    <dgm:cxn modelId="{129D66C3-D530-4629-8B07-82B03997F846}" srcId="{4854A07D-8A39-4BAE-A000-8D453A1875A6}" destId="{8882E61A-19D1-45C0-9626-EC7EB710F865}" srcOrd="0" destOrd="0" parTransId="{64E97E6A-2D12-4280-9ECB-BB73755342C3}" sibTransId="{527C7929-240B-419D-ACF2-4E0B342E08F3}"/>
    <dgm:cxn modelId="{7C777FCC-B995-42DA-8D29-8306C4822359}" type="presOf" srcId="{4854A07D-8A39-4BAE-A000-8D453A1875A6}" destId="{ED7F716B-3C8E-4A7F-9365-98A33FC7CDF1}" srcOrd="0" destOrd="0" presId="urn:microsoft.com/office/officeart/2005/8/layout/vList2"/>
    <dgm:cxn modelId="{CC5B9DD9-21E6-4E0F-87E5-DC1C1C84A289}" type="presParOf" srcId="{64E96376-72B8-4601-8C6B-B20BCB7CCD51}" destId="{ED7F716B-3C8E-4A7F-9365-98A33FC7CDF1}" srcOrd="0" destOrd="0" presId="urn:microsoft.com/office/officeart/2005/8/layout/vList2"/>
    <dgm:cxn modelId="{E2859CBE-199E-42B3-946D-A1A7B418E501}" type="presParOf" srcId="{64E96376-72B8-4601-8C6B-B20BCB7CCD51}" destId="{29580904-F8CA-4476-9042-056A0BBC9C52}" srcOrd="1" destOrd="0" presId="urn:microsoft.com/office/officeart/2005/8/layout/vList2"/>
    <dgm:cxn modelId="{68925FBA-DE90-4BC7-B2FC-DE82D30DA064}" type="presParOf" srcId="{64E96376-72B8-4601-8C6B-B20BCB7CCD51}" destId="{7198BE87-98C1-4FF9-92AB-AD4997AA532F}" srcOrd="2" destOrd="0" presId="urn:microsoft.com/office/officeart/2005/8/layout/vList2"/>
    <dgm:cxn modelId="{DBA41384-5623-4FCC-A2CC-C92C6DFAD397}" type="presParOf" srcId="{64E96376-72B8-4601-8C6B-B20BCB7CCD51}" destId="{6E4B8B0E-0F28-469F-BD57-87420EA071FA}" srcOrd="3" destOrd="0" presId="urn:microsoft.com/office/officeart/2005/8/layout/vList2"/>
    <dgm:cxn modelId="{57F58047-4F85-4318-8C72-2A4212E3C26F}" type="presParOf" srcId="{64E96376-72B8-4601-8C6B-B20BCB7CCD51}" destId="{98A27151-78C4-49CA-B749-11FA40BA6C48}" srcOrd="4" destOrd="0" presId="urn:microsoft.com/office/officeart/2005/8/layout/vList2"/>
    <dgm:cxn modelId="{8BE09001-F04E-42E2-944A-7A14F872D82F}" type="presParOf" srcId="{64E96376-72B8-4601-8C6B-B20BCB7CCD51}" destId="{32D45003-198B-4446-86E2-A339E858CB7E}" srcOrd="5" destOrd="0" presId="urn:microsoft.com/office/officeart/2005/8/layout/vList2"/>
    <dgm:cxn modelId="{720E5859-C4FB-425D-8487-EB4A9F891969}" type="presParOf" srcId="{64E96376-72B8-4601-8C6B-B20BCB7CCD51}" destId="{3AD96ED6-06C7-4FC8-A2D3-7DC7E7DA94BD}" srcOrd="6" destOrd="0" presId="urn:microsoft.com/office/officeart/2005/8/layout/vList2"/>
    <dgm:cxn modelId="{EF21E621-2167-4A9E-B913-A542B9122104}" type="presParOf" srcId="{64E96376-72B8-4601-8C6B-B20BCB7CCD51}" destId="{F2D79674-1066-4CC3-8084-FA4DC24EFE66}" srcOrd="7" destOrd="0" presId="urn:microsoft.com/office/officeart/2005/8/layout/vList2"/>
    <dgm:cxn modelId="{D939C70C-1632-4F30-B286-4C437AD230D9}" type="presParOf" srcId="{64E96376-72B8-4601-8C6B-B20BCB7CCD51}" destId="{7C4E26C9-A950-4758-A58C-A488D82CD636}"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08AA9AB3-6964-4712-901D-38AF31FE6F17}" type="doc">
      <dgm:prSet loTypeId="urn:microsoft.com/office/officeart/2005/8/layout/process4" loCatId="process" qsTypeId="urn:microsoft.com/office/officeart/2005/8/quickstyle/simple1" qsCatId="simple" csTypeId="urn:microsoft.com/office/officeart/2005/8/colors/colorful2" csCatId="colorful"/>
      <dgm:spPr/>
      <dgm:t>
        <a:bodyPr/>
        <a:lstStyle/>
        <a:p>
          <a:endParaRPr lang="en-US"/>
        </a:p>
      </dgm:t>
    </dgm:pt>
    <dgm:pt modelId="{FDC54CF7-9545-4FDA-88CC-6D54EAB85C9C}">
      <dgm:prSet/>
      <dgm:spPr/>
      <dgm:t>
        <a:bodyPr/>
        <a:lstStyle/>
        <a:p>
          <a:r>
            <a:rPr lang="en-US"/>
            <a:t>The State Department of Education (PDE) – gifted students need specially designed instruction</a:t>
          </a:r>
        </a:p>
      </dgm:t>
    </dgm:pt>
    <dgm:pt modelId="{1DDE7104-C6F2-41FD-A78C-F6F11B6434B9}" type="parTrans" cxnId="{7C80BCAE-66DC-4981-9F3A-443EBEF21F7A}">
      <dgm:prSet/>
      <dgm:spPr/>
      <dgm:t>
        <a:bodyPr/>
        <a:lstStyle/>
        <a:p>
          <a:endParaRPr lang="en-US"/>
        </a:p>
      </dgm:t>
    </dgm:pt>
    <dgm:pt modelId="{0E2B7548-6080-437E-8F4C-BE8E1B2529C0}" type="sibTrans" cxnId="{7C80BCAE-66DC-4981-9F3A-443EBEF21F7A}">
      <dgm:prSet/>
      <dgm:spPr/>
      <dgm:t>
        <a:bodyPr/>
        <a:lstStyle/>
        <a:p>
          <a:endParaRPr lang="en-US"/>
        </a:p>
      </dgm:t>
    </dgm:pt>
    <dgm:pt modelId="{7ED2FB20-81A9-4D0E-9E34-141618C0188A}">
      <dgm:prSet/>
      <dgm:spPr/>
      <dgm:t>
        <a:bodyPr/>
        <a:lstStyle/>
        <a:p>
          <a:r>
            <a:rPr lang="en-US"/>
            <a:t>No money is (or ever has been) earmarked in the State budget for gifted education</a:t>
          </a:r>
        </a:p>
      </dgm:t>
    </dgm:pt>
    <dgm:pt modelId="{D40CDC34-2D78-435D-9C4E-8B734491D8E9}" type="parTrans" cxnId="{DB5C5369-870D-4CB4-A71B-E2CA21A916EA}">
      <dgm:prSet/>
      <dgm:spPr/>
      <dgm:t>
        <a:bodyPr/>
        <a:lstStyle/>
        <a:p>
          <a:endParaRPr lang="en-US"/>
        </a:p>
      </dgm:t>
    </dgm:pt>
    <dgm:pt modelId="{F9A91474-3868-4903-A864-75CB4B8755EE}" type="sibTrans" cxnId="{DB5C5369-870D-4CB4-A71B-E2CA21A916EA}">
      <dgm:prSet/>
      <dgm:spPr/>
      <dgm:t>
        <a:bodyPr/>
        <a:lstStyle/>
        <a:p>
          <a:endParaRPr lang="en-US"/>
        </a:p>
      </dgm:t>
    </dgm:pt>
    <dgm:pt modelId="{606F6A0A-EB39-4199-AC7C-BF551C3AAC78}">
      <dgm:prSet/>
      <dgm:spPr/>
      <dgm:t>
        <a:bodyPr/>
        <a:lstStyle/>
        <a:p>
          <a:r>
            <a:rPr lang="en-US"/>
            <a:t>A Gifted Individualized Education Plan (G-IEP) must be</a:t>
          </a:r>
        </a:p>
      </dgm:t>
    </dgm:pt>
    <dgm:pt modelId="{958F5E36-1EB4-41A4-A19C-8AAA5E2FD56F}" type="parTrans" cxnId="{67178368-2442-465B-B91E-32FD030060F0}">
      <dgm:prSet/>
      <dgm:spPr/>
      <dgm:t>
        <a:bodyPr/>
        <a:lstStyle/>
        <a:p>
          <a:endParaRPr lang="en-US"/>
        </a:p>
      </dgm:t>
    </dgm:pt>
    <dgm:pt modelId="{0830DDB6-EB4D-4A31-97A6-ED6C92F953FD}" type="sibTrans" cxnId="{67178368-2442-465B-B91E-32FD030060F0}">
      <dgm:prSet/>
      <dgm:spPr/>
      <dgm:t>
        <a:bodyPr/>
        <a:lstStyle/>
        <a:p>
          <a:endParaRPr lang="en-US"/>
        </a:p>
      </dgm:t>
    </dgm:pt>
    <dgm:pt modelId="{EE9278A1-5E2B-4441-BBD3-DC21C8DC6157}">
      <dgm:prSet/>
      <dgm:spPr/>
      <dgm:t>
        <a:bodyPr/>
        <a:lstStyle/>
        <a:p>
          <a:r>
            <a:rPr lang="en-US"/>
            <a:t>Written to the specific needs of the child</a:t>
          </a:r>
        </a:p>
      </dgm:t>
    </dgm:pt>
    <dgm:pt modelId="{FFA82063-8007-4120-8EFE-E9BA7022D8DB}" type="parTrans" cxnId="{A5A97344-5A5B-492E-9F20-DAF624736FC0}">
      <dgm:prSet/>
      <dgm:spPr/>
      <dgm:t>
        <a:bodyPr/>
        <a:lstStyle/>
        <a:p>
          <a:endParaRPr lang="en-US"/>
        </a:p>
      </dgm:t>
    </dgm:pt>
    <dgm:pt modelId="{A7475A58-C7DD-4874-B6B2-63A741DC3A3A}" type="sibTrans" cxnId="{A5A97344-5A5B-492E-9F20-DAF624736FC0}">
      <dgm:prSet/>
      <dgm:spPr/>
      <dgm:t>
        <a:bodyPr/>
        <a:lstStyle/>
        <a:p>
          <a:endParaRPr lang="en-US"/>
        </a:p>
      </dgm:t>
    </dgm:pt>
    <dgm:pt modelId="{09462EF1-9B4B-4402-8EF9-D1A6442797CD}">
      <dgm:prSet/>
      <dgm:spPr/>
      <dgm:t>
        <a:bodyPr/>
        <a:lstStyle/>
        <a:p>
          <a:r>
            <a:rPr lang="en-US"/>
            <a:t>Based on objective data</a:t>
          </a:r>
        </a:p>
      </dgm:t>
    </dgm:pt>
    <dgm:pt modelId="{4B82B2AF-4D75-40F2-B05E-F03255CEF70B}" type="parTrans" cxnId="{C2F2F7E6-B9E5-4534-A59C-922C2CDC15E6}">
      <dgm:prSet/>
      <dgm:spPr/>
      <dgm:t>
        <a:bodyPr/>
        <a:lstStyle/>
        <a:p>
          <a:endParaRPr lang="en-US"/>
        </a:p>
      </dgm:t>
    </dgm:pt>
    <dgm:pt modelId="{CCA5152E-36CB-4925-B2EA-BF65CA5E0112}" type="sibTrans" cxnId="{C2F2F7E6-B9E5-4534-A59C-922C2CDC15E6}">
      <dgm:prSet/>
      <dgm:spPr/>
      <dgm:t>
        <a:bodyPr/>
        <a:lstStyle/>
        <a:p>
          <a:endParaRPr lang="en-US"/>
        </a:p>
      </dgm:t>
    </dgm:pt>
    <dgm:pt modelId="{ABF514A6-4B38-4702-B340-C54CB76080A9}">
      <dgm:prSet/>
      <dgm:spPr/>
      <dgm:t>
        <a:bodyPr/>
        <a:lstStyle/>
        <a:p>
          <a:r>
            <a:rPr lang="en-US"/>
            <a:t>MORE than a “pull-out program”</a:t>
          </a:r>
        </a:p>
      </dgm:t>
    </dgm:pt>
    <dgm:pt modelId="{BDBB43B0-9DD8-4DCE-89F3-02DD8A014DD2}" type="parTrans" cxnId="{EA27AAAE-74A4-449D-A327-07998D7EA127}">
      <dgm:prSet/>
      <dgm:spPr/>
      <dgm:t>
        <a:bodyPr/>
        <a:lstStyle/>
        <a:p>
          <a:endParaRPr lang="en-US"/>
        </a:p>
      </dgm:t>
    </dgm:pt>
    <dgm:pt modelId="{D45EDC13-DA77-4C2C-BF9B-A3BAC530DAFB}" type="sibTrans" cxnId="{EA27AAAE-74A4-449D-A327-07998D7EA127}">
      <dgm:prSet/>
      <dgm:spPr/>
      <dgm:t>
        <a:bodyPr/>
        <a:lstStyle/>
        <a:p>
          <a:endParaRPr lang="en-US"/>
        </a:p>
      </dgm:t>
    </dgm:pt>
    <dgm:pt modelId="{BA7D6138-EA3F-4E47-8CC7-DF43C2148FED}" type="pres">
      <dgm:prSet presAssocID="{08AA9AB3-6964-4712-901D-38AF31FE6F17}" presName="Name0" presStyleCnt="0">
        <dgm:presLayoutVars>
          <dgm:dir/>
          <dgm:animLvl val="lvl"/>
          <dgm:resizeHandles val="exact"/>
        </dgm:presLayoutVars>
      </dgm:prSet>
      <dgm:spPr/>
    </dgm:pt>
    <dgm:pt modelId="{D5AEDE03-64A0-4CB0-94BC-26BF3E97C11E}" type="pres">
      <dgm:prSet presAssocID="{606F6A0A-EB39-4199-AC7C-BF551C3AAC78}" presName="boxAndChildren" presStyleCnt="0"/>
      <dgm:spPr/>
    </dgm:pt>
    <dgm:pt modelId="{03370041-F8FB-431A-9670-FE00BCAB9168}" type="pres">
      <dgm:prSet presAssocID="{606F6A0A-EB39-4199-AC7C-BF551C3AAC78}" presName="parentTextBox" presStyleLbl="node1" presStyleIdx="0" presStyleCnt="3"/>
      <dgm:spPr/>
    </dgm:pt>
    <dgm:pt modelId="{E518396A-E020-44C9-8D7C-F7E3F95FCB63}" type="pres">
      <dgm:prSet presAssocID="{606F6A0A-EB39-4199-AC7C-BF551C3AAC78}" presName="entireBox" presStyleLbl="node1" presStyleIdx="0" presStyleCnt="3"/>
      <dgm:spPr/>
    </dgm:pt>
    <dgm:pt modelId="{765319B1-C29E-42BE-994F-053EB8435756}" type="pres">
      <dgm:prSet presAssocID="{606F6A0A-EB39-4199-AC7C-BF551C3AAC78}" presName="descendantBox" presStyleCnt="0"/>
      <dgm:spPr/>
    </dgm:pt>
    <dgm:pt modelId="{BDB74512-58CE-4CE3-8E9A-FAA24E4B722C}" type="pres">
      <dgm:prSet presAssocID="{EE9278A1-5E2B-4441-BBD3-DC21C8DC6157}" presName="childTextBox" presStyleLbl="fgAccFollowNode1" presStyleIdx="0" presStyleCnt="3">
        <dgm:presLayoutVars>
          <dgm:bulletEnabled val="1"/>
        </dgm:presLayoutVars>
      </dgm:prSet>
      <dgm:spPr/>
    </dgm:pt>
    <dgm:pt modelId="{7F40DD29-5228-46CD-96F6-4455D78D9BC8}" type="pres">
      <dgm:prSet presAssocID="{09462EF1-9B4B-4402-8EF9-D1A6442797CD}" presName="childTextBox" presStyleLbl="fgAccFollowNode1" presStyleIdx="1" presStyleCnt="3">
        <dgm:presLayoutVars>
          <dgm:bulletEnabled val="1"/>
        </dgm:presLayoutVars>
      </dgm:prSet>
      <dgm:spPr/>
    </dgm:pt>
    <dgm:pt modelId="{DDE6A013-4845-4CF7-A0B3-7586E57C0C72}" type="pres">
      <dgm:prSet presAssocID="{ABF514A6-4B38-4702-B340-C54CB76080A9}" presName="childTextBox" presStyleLbl="fgAccFollowNode1" presStyleIdx="2" presStyleCnt="3">
        <dgm:presLayoutVars>
          <dgm:bulletEnabled val="1"/>
        </dgm:presLayoutVars>
      </dgm:prSet>
      <dgm:spPr/>
    </dgm:pt>
    <dgm:pt modelId="{85703D42-E81A-4E66-B8AC-9F05E972E7BD}" type="pres">
      <dgm:prSet presAssocID="{F9A91474-3868-4903-A864-75CB4B8755EE}" presName="sp" presStyleCnt="0"/>
      <dgm:spPr/>
    </dgm:pt>
    <dgm:pt modelId="{203D9462-F25B-400F-9403-883E12F75ADD}" type="pres">
      <dgm:prSet presAssocID="{7ED2FB20-81A9-4D0E-9E34-141618C0188A}" presName="arrowAndChildren" presStyleCnt="0"/>
      <dgm:spPr/>
    </dgm:pt>
    <dgm:pt modelId="{594B0C8F-83B5-4DCE-B783-ED34DB440F69}" type="pres">
      <dgm:prSet presAssocID="{7ED2FB20-81A9-4D0E-9E34-141618C0188A}" presName="parentTextArrow" presStyleLbl="node1" presStyleIdx="1" presStyleCnt="3"/>
      <dgm:spPr/>
    </dgm:pt>
    <dgm:pt modelId="{8DB8304C-680C-4699-9B6B-24743E23C3CC}" type="pres">
      <dgm:prSet presAssocID="{0E2B7548-6080-437E-8F4C-BE8E1B2529C0}" presName="sp" presStyleCnt="0"/>
      <dgm:spPr/>
    </dgm:pt>
    <dgm:pt modelId="{10845339-3F29-461E-A32A-7F74D5B14996}" type="pres">
      <dgm:prSet presAssocID="{FDC54CF7-9545-4FDA-88CC-6D54EAB85C9C}" presName="arrowAndChildren" presStyleCnt="0"/>
      <dgm:spPr/>
    </dgm:pt>
    <dgm:pt modelId="{15F8CEA5-CAC6-4783-A40D-35D2B1F2591E}" type="pres">
      <dgm:prSet presAssocID="{FDC54CF7-9545-4FDA-88CC-6D54EAB85C9C}" presName="parentTextArrow" presStyleLbl="node1" presStyleIdx="2" presStyleCnt="3"/>
      <dgm:spPr/>
    </dgm:pt>
  </dgm:ptLst>
  <dgm:cxnLst>
    <dgm:cxn modelId="{D39B6A0B-F1ED-4CB7-B534-63E06776C89D}" type="presOf" srcId="{09462EF1-9B4B-4402-8EF9-D1A6442797CD}" destId="{7F40DD29-5228-46CD-96F6-4455D78D9BC8}" srcOrd="0" destOrd="0" presId="urn:microsoft.com/office/officeart/2005/8/layout/process4"/>
    <dgm:cxn modelId="{A5697F42-3738-425A-AA3D-FA429B04FDBC}" type="presOf" srcId="{FDC54CF7-9545-4FDA-88CC-6D54EAB85C9C}" destId="{15F8CEA5-CAC6-4783-A40D-35D2B1F2591E}" srcOrd="0" destOrd="0" presId="urn:microsoft.com/office/officeart/2005/8/layout/process4"/>
    <dgm:cxn modelId="{A5A97344-5A5B-492E-9F20-DAF624736FC0}" srcId="{606F6A0A-EB39-4199-AC7C-BF551C3AAC78}" destId="{EE9278A1-5E2B-4441-BBD3-DC21C8DC6157}" srcOrd="0" destOrd="0" parTransId="{FFA82063-8007-4120-8EFE-E9BA7022D8DB}" sibTransId="{A7475A58-C7DD-4874-B6B2-63A741DC3A3A}"/>
    <dgm:cxn modelId="{DFADAF4D-800A-40FB-A1EE-DAF9277942A6}" type="presOf" srcId="{606F6A0A-EB39-4199-AC7C-BF551C3AAC78}" destId="{E518396A-E020-44C9-8D7C-F7E3F95FCB63}" srcOrd="1" destOrd="0" presId="urn:microsoft.com/office/officeart/2005/8/layout/process4"/>
    <dgm:cxn modelId="{67178368-2442-465B-B91E-32FD030060F0}" srcId="{08AA9AB3-6964-4712-901D-38AF31FE6F17}" destId="{606F6A0A-EB39-4199-AC7C-BF551C3AAC78}" srcOrd="2" destOrd="0" parTransId="{958F5E36-1EB4-41A4-A19C-8AAA5E2FD56F}" sibTransId="{0830DDB6-EB4D-4A31-97A6-ED6C92F953FD}"/>
    <dgm:cxn modelId="{DB5C5369-870D-4CB4-A71B-E2CA21A916EA}" srcId="{08AA9AB3-6964-4712-901D-38AF31FE6F17}" destId="{7ED2FB20-81A9-4D0E-9E34-141618C0188A}" srcOrd="1" destOrd="0" parTransId="{D40CDC34-2D78-435D-9C4E-8B734491D8E9}" sibTransId="{F9A91474-3868-4903-A864-75CB4B8755EE}"/>
    <dgm:cxn modelId="{BD70706D-A312-48F4-880C-CAD27921CF1D}" type="presOf" srcId="{606F6A0A-EB39-4199-AC7C-BF551C3AAC78}" destId="{03370041-F8FB-431A-9670-FE00BCAB9168}" srcOrd="0" destOrd="0" presId="urn:microsoft.com/office/officeart/2005/8/layout/process4"/>
    <dgm:cxn modelId="{599D206E-B0E7-462F-9B39-691131254752}" type="presOf" srcId="{EE9278A1-5E2B-4441-BBD3-DC21C8DC6157}" destId="{BDB74512-58CE-4CE3-8E9A-FAA24E4B722C}" srcOrd="0" destOrd="0" presId="urn:microsoft.com/office/officeart/2005/8/layout/process4"/>
    <dgm:cxn modelId="{A1EC939C-B6E4-49F2-9127-0930CFF7F157}" type="presOf" srcId="{7ED2FB20-81A9-4D0E-9E34-141618C0188A}" destId="{594B0C8F-83B5-4DCE-B783-ED34DB440F69}" srcOrd="0" destOrd="0" presId="urn:microsoft.com/office/officeart/2005/8/layout/process4"/>
    <dgm:cxn modelId="{EA27AAAE-74A4-449D-A327-07998D7EA127}" srcId="{606F6A0A-EB39-4199-AC7C-BF551C3AAC78}" destId="{ABF514A6-4B38-4702-B340-C54CB76080A9}" srcOrd="2" destOrd="0" parTransId="{BDBB43B0-9DD8-4DCE-89F3-02DD8A014DD2}" sibTransId="{D45EDC13-DA77-4C2C-BF9B-A3BAC530DAFB}"/>
    <dgm:cxn modelId="{7C80BCAE-66DC-4981-9F3A-443EBEF21F7A}" srcId="{08AA9AB3-6964-4712-901D-38AF31FE6F17}" destId="{FDC54CF7-9545-4FDA-88CC-6D54EAB85C9C}" srcOrd="0" destOrd="0" parTransId="{1DDE7104-C6F2-41FD-A78C-F6F11B6434B9}" sibTransId="{0E2B7548-6080-437E-8F4C-BE8E1B2529C0}"/>
    <dgm:cxn modelId="{8B4AFCB1-E72B-4418-8E43-8EEC06D83EE2}" type="presOf" srcId="{08AA9AB3-6964-4712-901D-38AF31FE6F17}" destId="{BA7D6138-EA3F-4E47-8CC7-DF43C2148FED}" srcOrd="0" destOrd="0" presId="urn:microsoft.com/office/officeart/2005/8/layout/process4"/>
    <dgm:cxn modelId="{C2F2F7E6-B9E5-4534-A59C-922C2CDC15E6}" srcId="{606F6A0A-EB39-4199-AC7C-BF551C3AAC78}" destId="{09462EF1-9B4B-4402-8EF9-D1A6442797CD}" srcOrd="1" destOrd="0" parTransId="{4B82B2AF-4D75-40F2-B05E-F03255CEF70B}" sibTransId="{CCA5152E-36CB-4925-B2EA-BF65CA5E0112}"/>
    <dgm:cxn modelId="{C39DB8F2-08B3-46BC-990F-BE148259F3E7}" type="presOf" srcId="{ABF514A6-4B38-4702-B340-C54CB76080A9}" destId="{DDE6A013-4845-4CF7-A0B3-7586E57C0C72}" srcOrd="0" destOrd="0" presId="urn:microsoft.com/office/officeart/2005/8/layout/process4"/>
    <dgm:cxn modelId="{3AE4D774-EADE-4263-9C51-6427E45AC7C6}" type="presParOf" srcId="{BA7D6138-EA3F-4E47-8CC7-DF43C2148FED}" destId="{D5AEDE03-64A0-4CB0-94BC-26BF3E97C11E}" srcOrd="0" destOrd="0" presId="urn:microsoft.com/office/officeart/2005/8/layout/process4"/>
    <dgm:cxn modelId="{1BB79EAD-ABD8-47DF-8305-88F2935156F9}" type="presParOf" srcId="{D5AEDE03-64A0-4CB0-94BC-26BF3E97C11E}" destId="{03370041-F8FB-431A-9670-FE00BCAB9168}" srcOrd="0" destOrd="0" presId="urn:microsoft.com/office/officeart/2005/8/layout/process4"/>
    <dgm:cxn modelId="{551FC48C-0D30-4C9F-B7C1-0023BEE90FA2}" type="presParOf" srcId="{D5AEDE03-64A0-4CB0-94BC-26BF3E97C11E}" destId="{E518396A-E020-44C9-8D7C-F7E3F95FCB63}" srcOrd="1" destOrd="0" presId="urn:microsoft.com/office/officeart/2005/8/layout/process4"/>
    <dgm:cxn modelId="{4928530B-A806-4BE6-902D-A2580FBCB656}" type="presParOf" srcId="{D5AEDE03-64A0-4CB0-94BC-26BF3E97C11E}" destId="{765319B1-C29E-42BE-994F-053EB8435756}" srcOrd="2" destOrd="0" presId="urn:microsoft.com/office/officeart/2005/8/layout/process4"/>
    <dgm:cxn modelId="{B9D3630D-E436-408D-96F3-EFE9EA05715A}" type="presParOf" srcId="{765319B1-C29E-42BE-994F-053EB8435756}" destId="{BDB74512-58CE-4CE3-8E9A-FAA24E4B722C}" srcOrd="0" destOrd="0" presId="urn:microsoft.com/office/officeart/2005/8/layout/process4"/>
    <dgm:cxn modelId="{E3EBEAB9-AA28-4D5D-9DFF-0E590975F484}" type="presParOf" srcId="{765319B1-C29E-42BE-994F-053EB8435756}" destId="{7F40DD29-5228-46CD-96F6-4455D78D9BC8}" srcOrd="1" destOrd="0" presId="urn:microsoft.com/office/officeart/2005/8/layout/process4"/>
    <dgm:cxn modelId="{53F1D8AE-C2F1-4571-8173-A43636318A3E}" type="presParOf" srcId="{765319B1-C29E-42BE-994F-053EB8435756}" destId="{DDE6A013-4845-4CF7-A0B3-7586E57C0C72}" srcOrd="2" destOrd="0" presId="urn:microsoft.com/office/officeart/2005/8/layout/process4"/>
    <dgm:cxn modelId="{C32253CA-3F1C-4866-A886-F3D841789792}" type="presParOf" srcId="{BA7D6138-EA3F-4E47-8CC7-DF43C2148FED}" destId="{85703D42-E81A-4E66-B8AC-9F05E972E7BD}" srcOrd="1" destOrd="0" presId="urn:microsoft.com/office/officeart/2005/8/layout/process4"/>
    <dgm:cxn modelId="{493221CB-AE37-457D-BCCB-78877FF65D8F}" type="presParOf" srcId="{BA7D6138-EA3F-4E47-8CC7-DF43C2148FED}" destId="{203D9462-F25B-400F-9403-883E12F75ADD}" srcOrd="2" destOrd="0" presId="urn:microsoft.com/office/officeart/2005/8/layout/process4"/>
    <dgm:cxn modelId="{BC27FF9E-F50E-4909-B1DF-BA7989DDABD8}" type="presParOf" srcId="{203D9462-F25B-400F-9403-883E12F75ADD}" destId="{594B0C8F-83B5-4DCE-B783-ED34DB440F69}" srcOrd="0" destOrd="0" presId="urn:microsoft.com/office/officeart/2005/8/layout/process4"/>
    <dgm:cxn modelId="{08CAB1AB-0071-47F0-9839-55EECD6B112D}" type="presParOf" srcId="{BA7D6138-EA3F-4E47-8CC7-DF43C2148FED}" destId="{8DB8304C-680C-4699-9B6B-24743E23C3CC}" srcOrd="3" destOrd="0" presId="urn:microsoft.com/office/officeart/2005/8/layout/process4"/>
    <dgm:cxn modelId="{588D7559-DD8F-4525-9231-25CF6BD5851C}" type="presParOf" srcId="{BA7D6138-EA3F-4E47-8CC7-DF43C2148FED}" destId="{10845339-3F29-461E-A32A-7F74D5B14996}" srcOrd="4" destOrd="0" presId="urn:microsoft.com/office/officeart/2005/8/layout/process4"/>
    <dgm:cxn modelId="{E8C8FFBC-656C-4378-8CF2-EE643842C440}" type="presParOf" srcId="{10845339-3F29-461E-A32A-7F74D5B14996}" destId="{15F8CEA5-CAC6-4783-A40D-35D2B1F2591E}"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9C11230-534B-40D2-B653-A3AD1ABA5BFE}" type="doc">
      <dgm:prSet loTypeId="urn:microsoft.com/office/officeart/2005/8/layout/process4" loCatId="process" qsTypeId="urn:microsoft.com/office/officeart/2005/8/quickstyle/simple1" qsCatId="simple" csTypeId="urn:microsoft.com/office/officeart/2005/8/colors/colorful2" csCatId="colorful"/>
      <dgm:spPr/>
      <dgm:t>
        <a:bodyPr/>
        <a:lstStyle/>
        <a:p>
          <a:endParaRPr lang="en-US"/>
        </a:p>
      </dgm:t>
    </dgm:pt>
    <dgm:pt modelId="{7089C200-8CF8-45D4-A541-FE74F5DD0899}">
      <dgm:prSet/>
      <dgm:spPr/>
      <dgm:t>
        <a:bodyPr/>
        <a:lstStyle/>
        <a:p>
          <a:r>
            <a:rPr lang="en-US"/>
            <a:t>Where the G-IEP should be focused</a:t>
          </a:r>
        </a:p>
      </dgm:t>
    </dgm:pt>
    <dgm:pt modelId="{28801AA2-A1F2-4543-85BE-94AA7ED39636}" type="parTrans" cxnId="{26BB7CF2-D26B-4D0A-87A0-7C49188D3855}">
      <dgm:prSet/>
      <dgm:spPr/>
      <dgm:t>
        <a:bodyPr/>
        <a:lstStyle/>
        <a:p>
          <a:endParaRPr lang="en-US"/>
        </a:p>
      </dgm:t>
    </dgm:pt>
    <dgm:pt modelId="{B2D7EE9E-F501-49FB-8375-21B2439B11BB}" type="sibTrans" cxnId="{26BB7CF2-D26B-4D0A-87A0-7C49188D3855}">
      <dgm:prSet/>
      <dgm:spPr/>
      <dgm:t>
        <a:bodyPr/>
        <a:lstStyle/>
        <a:p>
          <a:endParaRPr lang="en-US"/>
        </a:p>
      </dgm:t>
    </dgm:pt>
    <dgm:pt modelId="{DCF59921-47E1-457B-A7BB-F06FA2F63A7E}">
      <dgm:prSet/>
      <dgm:spPr/>
      <dgm:t>
        <a:bodyPr/>
        <a:lstStyle/>
        <a:p>
          <a:r>
            <a:rPr lang="en-US"/>
            <a:t>Gifted students need specific educational techniques in regular ed</a:t>
          </a:r>
        </a:p>
      </dgm:t>
    </dgm:pt>
    <dgm:pt modelId="{10574424-4376-49CB-8E36-4AC1C0A56ACA}" type="parTrans" cxnId="{A7D73DF2-7DA6-46C4-B29E-3C6B746A4360}">
      <dgm:prSet/>
      <dgm:spPr/>
      <dgm:t>
        <a:bodyPr/>
        <a:lstStyle/>
        <a:p>
          <a:endParaRPr lang="en-US"/>
        </a:p>
      </dgm:t>
    </dgm:pt>
    <dgm:pt modelId="{57A5389D-3360-4840-B3B7-82DAD8EA626E}" type="sibTrans" cxnId="{A7D73DF2-7DA6-46C4-B29E-3C6B746A4360}">
      <dgm:prSet/>
      <dgm:spPr/>
      <dgm:t>
        <a:bodyPr/>
        <a:lstStyle/>
        <a:p>
          <a:endParaRPr lang="en-US"/>
        </a:p>
      </dgm:t>
    </dgm:pt>
    <dgm:pt modelId="{BB7A45F2-44A2-4FAB-B18E-A5FDEF33D56E}">
      <dgm:prSet/>
      <dgm:spPr/>
      <dgm:t>
        <a:bodyPr/>
        <a:lstStyle/>
        <a:p>
          <a:r>
            <a:rPr lang="en-US"/>
            <a:t>Curriculum compacting </a:t>
          </a:r>
        </a:p>
      </dgm:t>
    </dgm:pt>
    <dgm:pt modelId="{27480C9D-6C5D-4070-9A58-1306D049A091}" type="parTrans" cxnId="{7DBCC4F2-3113-43EC-A424-0F875CF01B94}">
      <dgm:prSet/>
      <dgm:spPr/>
      <dgm:t>
        <a:bodyPr/>
        <a:lstStyle/>
        <a:p>
          <a:endParaRPr lang="en-US"/>
        </a:p>
      </dgm:t>
    </dgm:pt>
    <dgm:pt modelId="{6D55674D-B7A9-44A2-B966-655B3FF12E88}" type="sibTrans" cxnId="{7DBCC4F2-3113-43EC-A424-0F875CF01B94}">
      <dgm:prSet/>
      <dgm:spPr/>
      <dgm:t>
        <a:bodyPr/>
        <a:lstStyle/>
        <a:p>
          <a:endParaRPr lang="en-US"/>
        </a:p>
      </dgm:t>
    </dgm:pt>
    <dgm:pt modelId="{1913F9CC-ABC0-4FE4-8123-95F10CCE552E}">
      <dgm:prSet/>
      <dgm:spPr/>
      <dgm:t>
        <a:bodyPr/>
        <a:lstStyle/>
        <a:p>
          <a:r>
            <a:rPr lang="en-US"/>
            <a:t>Acceleration  </a:t>
          </a:r>
        </a:p>
      </dgm:t>
    </dgm:pt>
    <dgm:pt modelId="{96BEF0A4-370D-4801-80CE-044699B94625}" type="parTrans" cxnId="{FB4E2488-BDE3-47BB-9D2B-685F80041798}">
      <dgm:prSet/>
      <dgm:spPr/>
      <dgm:t>
        <a:bodyPr/>
        <a:lstStyle/>
        <a:p>
          <a:endParaRPr lang="en-US"/>
        </a:p>
      </dgm:t>
    </dgm:pt>
    <dgm:pt modelId="{078C11A7-7CA0-437A-AC54-C7A3381C7A03}" type="sibTrans" cxnId="{FB4E2488-BDE3-47BB-9D2B-685F80041798}">
      <dgm:prSet/>
      <dgm:spPr/>
      <dgm:t>
        <a:bodyPr/>
        <a:lstStyle/>
        <a:p>
          <a:endParaRPr lang="en-US"/>
        </a:p>
      </dgm:t>
    </dgm:pt>
    <dgm:pt modelId="{B6C68E11-403E-4BE5-9EFD-517A43DB5164}">
      <dgm:prSet/>
      <dgm:spPr/>
      <dgm:t>
        <a:bodyPr/>
        <a:lstStyle/>
        <a:p>
          <a:r>
            <a:rPr lang="en-US"/>
            <a:t>Differentiation </a:t>
          </a:r>
        </a:p>
      </dgm:t>
    </dgm:pt>
    <dgm:pt modelId="{1626FD76-B2FF-4276-A30A-A5722BE2FF54}" type="parTrans" cxnId="{488CED77-319B-4BC2-BA46-9AF6FCABD175}">
      <dgm:prSet/>
      <dgm:spPr/>
      <dgm:t>
        <a:bodyPr/>
        <a:lstStyle/>
        <a:p>
          <a:endParaRPr lang="en-US"/>
        </a:p>
      </dgm:t>
    </dgm:pt>
    <dgm:pt modelId="{272625E6-6962-4BB7-9871-8223B341A4C5}" type="sibTrans" cxnId="{488CED77-319B-4BC2-BA46-9AF6FCABD175}">
      <dgm:prSet/>
      <dgm:spPr/>
      <dgm:t>
        <a:bodyPr/>
        <a:lstStyle/>
        <a:p>
          <a:endParaRPr lang="en-US"/>
        </a:p>
      </dgm:t>
    </dgm:pt>
    <dgm:pt modelId="{E1EF65F7-4CBD-4E2A-AB40-D308EEEE89E3}">
      <dgm:prSet/>
      <dgm:spPr/>
      <dgm:t>
        <a:bodyPr/>
        <a:lstStyle/>
        <a:p>
          <a:r>
            <a:rPr lang="en-US"/>
            <a:t>Different (not more) extra work </a:t>
          </a:r>
        </a:p>
      </dgm:t>
    </dgm:pt>
    <dgm:pt modelId="{91DA8123-BDA0-4D32-A4A4-0E567D955654}" type="parTrans" cxnId="{CA146A17-F5E8-4B35-8A49-38CA8E4E67D4}">
      <dgm:prSet/>
      <dgm:spPr/>
      <dgm:t>
        <a:bodyPr/>
        <a:lstStyle/>
        <a:p>
          <a:endParaRPr lang="en-US"/>
        </a:p>
      </dgm:t>
    </dgm:pt>
    <dgm:pt modelId="{7561ABF8-DF2B-4D25-98A6-96CE1971F82D}" type="sibTrans" cxnId="{CA146A17-F5E8-4B35-8A49-38CA8E4E67D4}">
      <dgm:prSet/>
      <dgm:spPr/>
      <dgm:t>
        <a:bodyPr/>
        <a:lstStyle/>
        <a:p>
          <a:endParaRPr lang="en-US"/>
        </a:p>
      </dgm:t>
    </dgm:pt>
    <dgm:pt modelId="{01910D06-119B-4850-B740-451EF521F658}">
      <dgm:prSet/>
      <dgm:spPr/>
      <dgm:t>
        <a:bodyPr/>
        <a:lstStyle/>
        <a:p>
          <a:r>
            <a:rPr lang="en-US"/>
            <a:t>Accommodations should be</a:t>
          </a:r>
        </a:p>
      </dgm:t>
    </dgm:pt>
    <dgm:pt modelId="{EDC42DC3-F60B-4178-AB3A-B10CF4333CFA}" type="parTrans" cxnId="{2BC83EEE-68D7-4799-B6C9-726293351631}">
      <dgm:prSet/>
      <dgm:spPr/>
      <dgm:t>
        <a:bodyPr/>
        <a:lstStyle/>
        <a:p>
          <a:endParaRPr lang="en-US"/>
        </a:p>
      </dgm:t>
    </dgm:pt>
    <dgm:pt modelId="{51EAB1E3-1D18-4FAA-BD6F-11A3143A2503}" type="sibTrans" cxnId="{2BC83EEE-68D7-4799-B6C9-726293351631}">
      <dgm:prSet/>
      <dgm:spPr/>
      <dgm:t>
        <a:bodyPr/>
        <a:lstStyle/>
        <a:p>
          <a:endParaRPr lang="en-US"/>
        </a:p>
      </dgm:t>
    </dgm:pt>
    <dgm:pt modelId="{30F630B9-A1A4-4A5C-819F-FA83CDC6221F}">
      <dgm:prSet/>
      <dgm:spPr/>
      <dgm:t>
        <a:bodyPr/>
        <a:lstStyle/>
        <a:p>
          <a:r>
            <a:rPr lang="en-US"/>
            <a:t>Trackable </a:t>
          </a:r>
        </a:p>
      </dgm:t>
    </dgm:pt>
    <dgm:pt modelId="{8FEDA59B-FC8C-4954-9C8C-BFCCC3DB6487}" type="parTrans" cxnId="{3D707251-EAF4-4701-A205-E78E18DFA7CB}">
      <dgm:prSet/>
      <dgm:spPr/>
      <dgm:t>
        <a:bodyPr/>
        <a:lstStyle/>
        <a:p>
          <a:endParaRPr lang="en-US"/>
        </a:p>
      </dgm:t>
    </dgm:pt>
    <dgm:pt modelId="{82925B8E-28C8-4029-80DC-B067C7DD0A45}" type="sibTrans" cxnId="{3D707251-EAF4-4701-A205-E78E18DFA7CB}">
      <dgm:prSet/>
      <dgm:spPr/>
      <dgm:t>
        <a:bodyPr/>
        <a:lstStyle/>
        <a:p>
          <a:endParaRPr lang="en-US"/>
        </a:p>
      </dgm:t>
    </dgm:pt>
    <dgm:pt modelId="{CACA016C-E884-4F8A-B4BA-0B7AF727CADD}">
      <dgm:prSet/>
      <dgm:spPr/>
      <dgm:t>
        <a:bodyPr/>
        <a:lstStyle/>
        <a:p>
          <a:r>
            <a:rPr lang="en-US"/>
            <a:t>Strengths-based</a:t>
          </a:r>
        </a:p>
      </dgm:t>
    </dgm:pt>
    <dgm:pt modelId="{C35253D5-C44B-436C-BA74-78FBE2EC3AEA}" type="parTrans" cxnId="{E38C528E-70AF-4762-996C-CE0D3263494B}">
      <dgm:prSet/>
      <dgm:spPr/>
      <dgm:t>
        <a:bodyPr/>
        <a:lstStyle/>
        <a:p>
          <a:endParaRPr lang="en-US"/>
        </a:p>
      </dgm:t>
    </dgm:pt>
    <dgm:pt modelId="{4FA9B054-7488-497D-9504-198EF57AF6BD}" type="sibTrans" cxnId="{E38C528E-70AF-4762-996C-CE0D3263494B}">
      <dgm:prSet/>
      <dgm:spPr/>
      <dgm:t>
        <a:bodyPr/>
        <a:lstStyle/>
        <a:p>
          <a:endParaRPr lang="en-US"/>
        </a:p>
      </dgm:t>
    </dgm:pt>
    <dgm:pt modelId="{0EDCD4FE-DA0F-4AAB-8758-15A61C24FBDC}">
      <dgm:prSet/>
      <dgm:spPr/>
      <dgm:t>
        <a:bodyPr/>
        <a:lstStyle/>
        <a:p>
          <a:r>
            <a:rPr lang="en-US"/>
            <a:t>Started as early as possible </a:t>
          </a:r>
        </a:p>
      </dgm:t>
    </dgm:pt>
    <dgm:pt modelId="{C4A20544-8CC3-46F0-B30D-20C13E892EAA}" type="parTrans" cxnId="{251024FE-F5C0-4491-8821-C5CCF24D1B24}">
      <dgm:prSet/>
      <dgm:spPr/>
      <dgm:t>
        <a:bodyPr/>
        <a:lstStyle/>
        <a:p>
          <a:endParaRPr lang="en-US"/>
        </a:p>
      </dgm:t>
    </dgm:pt>
    <dgm:pt modelId="{05D64F8F-12F2-42E4-A586-F089689F05F8}" type="sibTrans" cxnId="{251024FE-F5C0-4491-8821-C5CCF24D1B24}">
      <dgm:prSet/>
      <dgm:spPr/>
      <dgm:t>
        <a:bodyPr/>
        <a:lstStyle/>
        <a:p>
          <a:endParaRPr lang="en-US"/>
        </a:p>
      </dgm:t>
    </dgm:pt>
    <dgm:pt modelId="{D074BB3A-6241-4841-B07A-B3015D956FDB}" type="pres">
      <dgm:prSet presAssocID="{39C11230-534B-40D2-B653-A3AD1ABA5BFE}" presName="Name0" presStyleCnt="0">
        <dgm:presLayoutVars>
          <dgm:dir/>
          <dgm:animLvl val="lvl"/>
          <dgm:resizeHandles val="exact"/>
        </dgm:presLayoutVars>
      </dgm:prSet>
      <dgm:spPr/>
    </dgm:pt>
    <dgm:pt modelId="{F93CB467-021C-422D-A685-B8E9CE3ED52D}" type="pres">
      <dgm:prSet presAssocID="{01910D06-119B-4850-B740-451EF521F658}" presName="boxAndChildren" presStyleCnt="0"/>
      <dgm:spPr/>
    </dgm:pt>
    <dgm:pt modelId="{910F208E-5072-4C48-BF76-93BD9D599806}" type="pres">
      <dgm:prSet presAssocID="{01910D06-119B-4850-B740-451EF521F658}" presName="parentTextBox" presStyleLbl="node1" presStyleIdx="0" presStyleCnt="3"/>
      <dgm:spPr/>
    </dgm:pt>
    <dgm:pt modelId="{4DC7E41F-CE87-47A8-A61B-379C275C0F97}" type="pres">
      <dgm:prSet presAssocID="{01910D06-119B-4850-B740-451EF521F658}" presName="entireBox" presStyleLbl="node1" presStyleIdx="0" presStyleCnt="3"/>
      <dgm:spPr/>
    </dgm:pt>
    <dgm:pt modelId="{0922B6F1-9F83-490D-BED8-E08CE11AE86D}" type="pres">
      <dgm:prSet presAssocID="{01910D06-119B-4850-B740-451EF521F658}" presName="descendantBox" presStyleCnt="0"/>
      <dgm:spPr/>
    </dgm:pt>
    <dgm:pt modelId="{2C737402-748F-4E5C-98F6-DF96DD9428BF}" type="pres">
      <dgm:prSet presAssocID="{30F630B9-A1A4-4A5C-819F-FA83CDC6221F}" presName="childTextBox" presStyleLbl="fgAccFollowNode1" presStyleIdx="0" presStyleCnt="7">
        <dgm:presLayoutVars>
          <dgm:bulletEnabled val="1"/>
        </dgm:presLayoutVars>
      </dgm:prSet>
      <dgm:spPr/>
    </dgm:pt>
    <dgm:pt modelId="{6A4A36F0-969B-4E63-BF75-ACD367D96D3B}" type="pres">
      <dgm:prSet presAssocID="{CACA016C-E884-4F8A-B4BA-0B7AF727CADD}" presName="childTextBox" presStyleLbl="fgAccFollowNode1" presStyleIdx="1" presStyleCnt="7">
        <dgm:presLayoutVars>
          <dgm:bulletEnabled val="1"/>
        </dgm:presLayoutVars>
      </dgm:prSet>
      <dgm:spPr/>
    </dgm:pt>
    <dgm:pt modelId="{0F6376B2-31F6-4511-8897-72B82876DCAF}" type="pres">
      <dgm:prSet presAssocID="{0EDCD4FE-DA0F-4AAB-8758-15A61C24FBDC}" presName="childTextBox" presStyleLbl="fgAccFollowNode1" presStyleIdx="2" presStyleCnt="7">
        <dgm:presLayoutVars>
          <dgm:bulletEnabled val="1"/>
        </dgm:presLayoutVars>
      </dgm:prSet>
      <dgm:spPr/>
    </dgm:pt>
    <dgm:pt modelId="{F15034AE-F757-404B-95B4-2AC29BC222B1}" type="pres">
      <dgm:prSet presAssocID="{57A5389D-3360-4840-B3B7-82DAD8EA626E}" presName="sp" presStyleCnt="0"/>
      <dgm:spPr/>
    </dgm:pt>
    <dgm:pt modelId="{B06D5D10-01F4-433E-A52F-8442AE798E41}" type="pres">
      <dgm:prSet presAssocID="{DCF59921-47E1-457B-A7BB-F06FA2F63A7E}" presName="arrowAndChildren" presStyleCnt="0"/>
      <dgm:spPr/>
    </dgm:pt>
    <dgm:pt modelId="{58F15DFC-617C-471A-89FF-771834D3219E}" type="pres">
      <dgm:prSet presAssocID="{DCF59921-47E1-457B-A7BB-F06FA2F63A7E}" presName="parentTextArrow" presStyleLbl="node1" presStyleIdx="0" presStyleCnt="3"/>
      <dgm:spPr/>
    </dgm:pt>
    <dgm:pt modelId="{66C1E4EF-F9CA-425C-BBDA-30A52F26D44D}" type="pres">
      <dgm:prSet presAssocID="{DCF59921-47E1-457B-A7BB-F06FA2F63A7E}" presName="arrow" presStyleLbl="node1" presStyleIdx="1" presStyleCnt="3"/>
      <dgm:spPr/>
    </dgm:pt>
    <dgm:pt modelId="{9B8C2206-C39E-4D5D-9AA4-11A71C499D10}" type="pres">
      <dgm:prSet presAssocID="{DCF59921-47E1-457B-A7BB-F06FA2F63A7E}" presName="descendantArrow" presStyleCnt="0"/>
      <dgm:spPr/>
    </dgm:pt>
    <dgm:pt modelId="{4D2745D7-5F28-4FAF-BB34-6CE6F3A155C4}" type="pres">
      <dgm:prSet presAssocID="{BB7A45F2-44A2-4FAB-B18E-A5FDEF33D56E}" presName="childTextArrow" presStyleLbl="fgAccFollowNode1" presStyleIdx="3" presStyleCnt="7">
        <dgm:presLayoutVars>
          <dgm:bulletEnabled val="1"/>
        </dgm:presLayoutVars>
      </dgm:prSet>
      <dgm:spPr/>
    </dgm:pt>
    <dgm:pt modelId="{063A756A-754A-48B5-B6FC-5578E560B425}" type="pres">
      <dgm:prSet presAssocID="{1913F9CC-ABC0-4FE4-8123-95F10CCE552E}" presName="childTextArrow" presStyleLbl="fgAccFollowNode1" presStyleIdx="4" presStyleCnt="7">
        <dgm:presLayoutVars>
          <dgm:bulletEnabled val="1"/>
        </dgm:presLayoutVars>
      </dgm:prSet>
      <dgm:spPr/>
    </dgm:pt>
    <dgm:pt modelId="{BF63467A-FD3D-4DD8-879F-E9ED5D331705}" type="pres">
      <dgm:prSet presAssocID="{B6C68E11-403E-4BE5-9EFD-517A43DB5164}" presName="childTextArrow" presStyleLbl="fgAccFollowNode1" presStyleIdx="5" presStyleCnt="7">
        <dgm:presLayoutVars>
          <dgm:bulletEnabled val="1"/>
        </dgm:presLayoutVars>
      </dgm:prSet>
      <dgm:spPr/>
    </dgm:pt>
    <dgm:pt modelId="{CD160409-EFE8-42B0-B126-2E4EC497E932}" type="pres">
      <dgm:prSet presAssocID="{E1EF65F7-4CBD-4E2A-AB40-D308EEEE89E3}" presName="childTextArrow" presStyleLbl="fgAccFollowNode1" presStyleIdx="6" presStyleCnt="7">
        <dgm:presLayoutVars>
          <dgm:bulletEnabled val="1"/>
        </dgm:presLayoutVars>
      </dgm:prSet>
      <dgm:spPr/>
    </dgm:pt>
    <dgm:pt modelId="{D686BCFE-2C2E-405B-A8A9-F9BB9B69A982}" type="pres">
      <dgm:prSet presAssocID="{B2D7EE9E-F501-49FB-8375-21B2439B11BB}" presName="sp" presStyleCnt="0"/>
      <dgm:spPr/>
    </dgm:pt>
    <dgm:pt modelId="{ABBF466B-0578-457E-91F7-F1A3C2323EF1}" type="pres">
      <dgm:prSet presAssocID="{7089C200-8CF8-45D4-A541-FE74F5DD0899}" presName="arrowAndChildren" presStyleCnt="0"/>
      <dgm:spPr/>
    </dgm:pt>
    <dgm:pt modelId="{E3CADEB0-90F7-442F-8E4F-E08973546CE6}" type="pres">
      <dgm:prSet presAssocID="{7089C200-8CF8-45D4-A541-FE74F5DD0899}" presName="parentTextArrow" presStyleLbl="node1" presStyleIdx="2" presStyleCnt="3"/>
      <dgm:spPr/>
    </dgm:pt>
  </dgm:ptLst>
  <dgm:cxnLst>
    <dgm:cxn modelId="{CA146A17-F5E8-4B35-8A49-38CA8E4E67D4}" srcId="{DCF59921-47E1-457B-A7BB-F06FA2F63A7E}" destId="{E1EF65F7-4CBD-4E2A-AB40-D308EEEE89E3}" srcOrd="3" destOrd="0" parTransId="{91DA8123-BDA0-4D32-A4A4-0E567D955654}" sibTransId="{7561ABF8-DF2B-4D25-98A6-96CE1971F82D}"/>
    <dgm:cxn modelId="{60A86C26-2CB1-4B28-A42A-1122EAE45227}" type="presOf" srcId="{1913F9CC-ABC0-4FE4-8123-95F10CCE552E}" destId="{063A756A-754A-48B5-B6FC-5578E560B425}" srcOrd="0" destOrd="0" presId="urn:microsoft.com/office/officeart/2005/8/layout/process4"/>
    <dgm:cxn modelId="{F42A6C2E-0A15-416A-947D-1F336E4565D0}" type="presOf" srcId="{0EDCD4FE-DA0F-4AAB-8758-15A61C24FBDC}" destId="{0F6376B2-31F6-4511-8897-72B82876DCAF}" srcOrd="0" destOrd="0" presId="urn:microsoft.com/office/officeart/2005/8/layout/process4"/>
    <dgm:cxn modelId="{18BB5535-F994-4E56-9209-F766AB8A12EC}" type="presOf" srcId="{7089C200-8CF8-45D4-A541-FE74F5DD0899}" destId="{E3CADEB0-90F7-442F-8E4F-E08973546CE6}" srcOrd="0" destOrd="0" presId="urn:microsoft.com/office/officeart/2005/8/layout/process4"/>
    <dgm:cxn modelId="{BB425051-3A42-4945-BC6F-9EA3FA162251}" type="presOf" srcId="{30F630B9-A1A4-4A5C-819F-FA83CDC6221F}" destId="{2C737402-748F-4E5C-98F6-DF96DD9428BF}" srcOrd="0" destOrd="0" presId="urn:microsoft.com/office/officeart/2005/8/layout/process4"/>
    <dgm:cxn modelId="{3D707251-EAF4-4701-A205-E78E18DFA7CB}" srcId="{01910D06-119B-4850-B740-451EF521F658}" destId="{30F630B9-A1A4-4A5C-819F-FA83CDC6221F}" srcOrd="0" destOrd="0" parTransId="{8FEDA59B-FC8C-4954-9C8C-BFCCC3DB6487}" sibTransId="{82925B8E-28C8-4029-80DC-B067C7DD0A45}"/>
    <dgm:cxn modelId="{03A9F664-3289-43E8-886B-B834A11DB6A3}" type="presOf" srcId="{E1EF65F7-4CBD-4E2A-AB40-D308EEEE89E3}" destId="{CD160409-EFE8-42B0-B126-2E4EC497E932}" srcOrd="0" destOrd="0" presId="urn:microsoft.com/office/officeart/2005/8/layout/process4"/>
    <dgm:cxn modelId="{488CED77-319B-4BC2-BA46-9AF6FCABD175}" srcId="{DCF59921-47E1-457B-A7BB-F06FA2F63A7E}" destId="{B6C68E11-403E-4BE5-9EFD-517A43DB5164}" srcOrd="2" destOrd="0" parTransId="{1626FD76-B2FF-4276-A30A-A5722BE2FF54}" sibTransId="{272625E6-6962-4BB7-9871-8223B341A4C5}"/>
    <dgm:cxn modelId="{2A61C27F-9A8A-42CC-AF2A-002780AFBE01}" type="presOf" srcId="{BB7A45F2-44A2-4FAB-B18E-A5FDEF33D56E}" destId="{4D2745D7-5F28-4FAF-BB34-6CE6F3A155C4}" srcOrd="0" destOrd="0" presId="urn:microsoft.com/office/officeart/2005/8/layout/process4"/>
    <dgm:cxn modelId="{FB4E2488-BDE3-47BB-9D2B-685F80041798}" srcId="{DCF59921-47E1-457B-A7BB-F06FA2F63A7E}" destId="{1913F9CC-ABC0-4FE4-8123-95F10CCE552E}" srcOrd="1" destOrd="0" parTransId="{96BEF0A4-370D-4801-80CE-044699B94625}" sibTransId="{078C11A7-7CA0-437A-AC54-C7A3381C7A03}"/>
    <dgm:cxn modelId="{E38C528E-70AF-4762-996C-CE0D3263494B}" srcId="{01910D06-119B-4850-B740-451EF521F658}" destId="{CACA016C-E884-4F8A-B4BA-0B7AF727CADD}" srcOrd="1" destOrd="0" parTransId="{C35253D5-C44B-436C-BA74-78FBE2EC3AEA}" sibTransId="{4FA9B054-7488-497D-9504-198EF57AF6BD}"/>
    <dgm:cxn modelId="{9C93B9A4-FFE1-424B-A7F6-2400F59C6F7F}" type="presOf" srcId="{01910D06-119B-4850-B740-451EF521F658}" destId="{910F208E-5072-4C48-BF76-93BD9D599806}" srcOrd="0" destOrd="0" presId="urn:microsoft.com/office/officeart/2005/8/layout/process4"/>
    <dgm:cxn modelId="{E19C65BB-08D0-48F1-8C87-FD4BE04FA44B}" type="presOf" srcId="{CACA016C-E884-4F8A-B4BA-0B7AF727CADD}" destId="{6A4A36F0-969B-4E63-BF75-ACD367D96D3B}" srcOrd="0" destOrd="0" presId="urn:microsoft.com/office/officeart/2005/8/layout/process4"/>
    <dgm:cxn modelId="{92CE92CA-6BE7-4B4D-8881-5D10403B334D}" type="presOf" srcId="{39C11230-534B-40D2-B653-A3AD1ABA5BFE}" destId="{D074BB3A-6241-4841-B07A-B3015D956FDB}" srcOrd="0" destOrd="0" presId="urn:microsoft.com/office/officeart/2005/8/layout/process4"/>
    <dgm:cxn modelId="{BF4647D9-0C21-4E8B-8182-667D73D49BF1}" type="presOf" srcId="{DCF59921-47E1-457B-A7BB-F06FA2F63A7E}" destId="{66C1E4EF-F9CA-425C-BBDA-30A52F26D44D}" srcOrd="1" destOrd="0" presId="urn:microsoft.com/office/officeart/2005/8/layout/process4"/>
    <dgm:cxn modelId="{0FBF9BDF-9186-4289-AF7D-9A411C997BDB}" type="presOf" srcId="{B6C68E11-403E-4BE5-9EFD-517A43DB5164}" destId="{BF63467A-FD3D-4DD8-879F-E9ED5D331705}" srcOrd="0" destOrd="0" presId="urn:microsoft.com/office/officeart/2005/8/layout/process4"/>
    <dgm:cxn modelId="{BD9073E6-D56A-4F77-9484-0E0203C493F8}" type="presOf" srcId="{DCF59921-47E1-457B-A7BB-F06FA2F63A7E}" destId="{58F15DFC-617C-471A-89FF-771834D3219E}" srcOrd="0" destOrd="0" presId="urn:microsoft.com/office/officeart/2005/8/layout/process4"/>
    <dgm:cxn modelId="{2BC83EEE-68D7-4799-B6C9-726293351631}" srcId="{39C11230-534B-40D2-B653-A3AD1ABA5BFE}" destId="{01910D06-119B-4850-B740-451EF521F658}" srcOrd="2" destOrd="0" parTransId="{EDC42DC3-F60B-4178-AB3A-B10CF4333CFA}" sibTransId="{51EAB1E3-1D18-4FAA-BD6F-11A3143A2503}"/>
    <dgm:cxn modelId="{A7D73DF2-7DA6-46C4-B29E-3C6B746A4360}" srcId="{39C11230-534B-40D2-B653-A3AD1ABA5BFE}" destId="{DCF59921-47E1-457B-A7BB-F06FA2F63A7E}" srcOrd="1" destOrd="0" parTransId="{10574424-4376-49CB-8E36-4AC1C0A56ACA}" sibTransId="{57A5389D-3360-4840-B3B7-82DAD8EA626E}"/>
    <dgm:cxn modelId="{26BB7CF2-D26B-4D0A-87A0-7C49188D3855}" srcId="{39C11230-534B-40D2-B653-A3AD1ABA5BFE}" destId="{7089C200-8CF8-45D4-A541-FE74F5DD0899}" srcOrd="0" destOrd="0" parTransId="{28801AA2-A1F2-4543-85BE-94AA7ED39636}" sibTransId="{B2D7EE9E-F501-49FB-8375-21B2439B11BB}"/>
    <dgm:cxn modelId="{7DBCC4F2-3113-43EC-A424-0F875CF01B94}" srcId="{DCF59921-47E1-457B-A7BB-F06FA2F63A7E}" destId="{BB7A45F2-44A2-4FAB-B18E-A5FDEF33D56E}" srcOrd="0" destOrd="0" parTransId="{27480C9D-6C5D-4070-9A58-1306D049A091}" sibTransId="{6D55674D-B7A9-44A2-B966-655B3FF12E88}"/>
    <dgm:cxn modelId="{B50420F9-EADC-4A5D-A219-93D966AD229A}" type="presOf" srcId="{01910D06-119B-4850-B740-451EF521F658}" destId="{4DC7E41F-CE87-47A8-A61B-379C275C0F97}" srcOrd="1" destOrd="0" presId="urn:microsoft.com/office/officeart/2005/8/layout/process4"/>
    <dgm:cxn modelId="{251024FE-F5C0-4491-8821-C5CCF24D1B24}" srcId="{01910D06-119B-4850-B740-451EF521F658}" destId="{0EDCD4FE-DA0F-4AAB-8758-15A61C24FBDC}" srcOrd="2" destOrd="0" parTransId="{C4A20544-8CC3-46F0-B30D-20C13E892EAA}" sibTransId="{05D64F8F-12F2-42E4-A586-F089689F05F8}"/>
    <dgm:cxn modelId="{4EC4B662-D6A1-4DED-B751-A8D551513685}" type="presParOf" srcId="{D074BB3A-6241-4841-B07A-B3015D956FDB}" destId="{F93CB467-021C-422D-A685-B8E9CE3ED52D}" srcOrd="0" destOrd="0" presId="urn:microsoft.com/office/officeart/2005/8/layout/process4"/>
    <dgm:cxn modelId="{431F942F-15F0-4B1A-B41D-C428EFD61E88}" type="presParOf" srcId="{F93CB467-021C-422D-A685-B8E9CE3ED52D}" destId="{910F208E-5072-4C48-BF76-93BD9D599806}" srcOrd="0" destOrd="0" presId="urn:microsoft.com/office/officeart/2005/8/layout/process4"/>
    <dgm:cxn modelId="{355AF5D5-239A-4B5B-A6B7-CDDB20EE4065}" type="presParOf" srcId="{F93CB467-021C-422D-A685-B8E9CE3ED52D}" destId="{4DC7E41F-CE87-47A8-A61B-379C275C0F97}" srcOrd="1" destOrd="0" presId="urn:microsoft.com/office/officeart/2005/8/layout/process4"/>
    <dgm:cxn modelId="{551963E3-244D-4E74-9560-DFE1798C3284}" type="presParOf" srcId="{F93CB467-021C-422D-A685-B8E9CE3ED52D}" destId="{0922B6F1-9F83-490D-BED8-E08CE11AE86D}" srcOrd="2" destOrd="0" presId="urn:microsoft.com/office/officeart/2005/8/layout/process4"/>
    <dgm:cxn modelId="{928A7B04-042D-4F76-9938-0A386A393FFA}" type="presParOf" srcId="{0922B6F1-9F83-490D-BED8-E08CE11AE86D}" destId="{2C737402-748F-4E5C-98F6-DF96DD9428BF}" srcOrd="0" destOrd="0" presId="urn:microsoft.com/office/officeart/2005/8/layout/process4"/>
    <dgm:cxn modelId="{7114D6EF-F0E2-422A-ADE8-928CCD90E473}" type="presParOf" srcId="{0922B6F1-9F83-490D-BED8-E08CE11AE86D}" destId="{6A4A36F0-969B-4E63-BF75-ACD367D96D3B}" srcOrd="1" destOrd="0" presId="urn:microsoft.com/office/officeart/2005/8/layout/process4"/>
    <dgm:cxn modelId="{E3EB7ACF-082C-4901-81DF-C9C4AE43EFDB}" type="presParOf" srcId="{0922B6F1-9F83-490D-BED8-E08CE11AE86D}" destId="{0F6376B2-31F6-4511-8897-72B82876DCAF}" srcOrd="2" destOrd="0" presId="urn:microsoft.com/office/officeart/2005/8/layout/process4"/>
    <dgm:cxn modelId="{CEDF4080-024F-4E7C-B1F4-5A29A417564D}" type="presParOf" srcId="{D074BB3A-6241-4841-B07A-B3015D956FDB}" destId="{F15034AE-F757-404B-95B4-2AC29BC222B1}" srcOrd="1" destOrd="0" presId="urn:microsoft.com/office/officeart/2005/8/layout/process4"/>
    <dgm:cxn modelId="{B2E42118-31BF-4A4F-9DF8-130301950291}" type="presParOf" srcId="{D074BB3A-6241-4841-B07A-B3015D956FDB}" destId="{B06D5D10-01F4-433E-A52F-8442AE798E41}" srcOrd="2" destOrd="0" presId="urn:microsoft.com/office/officeart/2005/8/layout/process4"/>
    <dgm:cxn modelId="{A315BB1E-A273-41CC-A499-3C8EF52C05A9}" type="presParOf" srcId="{B06D5D10-01F4-433E-A52F-8442AE798E41}" destId="{58F15DFC-617C-471A-89FF-771834D3219E}" srcOrd="0" destOrd="0" presId="urn:microsoft.com/office/officeart/2005/8/layout/process4"/>
    <dgm:cxn modelId="{35059F1E-C6C1-49E0-9659-E533A7ED7683}" type="presParOf" srcId="{B06D5D10-01F4-433E-A52F-8442AE798E41}" destId="{66C1E4EF-F9CA-425C-BBDA-30A52F26D44D}" srcOrd="1" destOrd="0" presId="urn:microsoft.com/office/officeart/2005/8/layout/process4"/>
    <dgm:cxn modelId="{46FC49C2-D4A7-4ECB-9171-92065871FDD7}" type="presParOf" srcId="{B06D5D10-01F4-433E-A52F-8442AE798E41}" destId="{9B8C2206-C39E-4D5D-9AA4-11A71C499D10}" srcOrd="2" destOrd="0" presId="urn:microsoft.com/office/officeart/2005/8/layout/process4"/>
    <dgm:cxn modelId="{A0F17793-990D-4CD0-B230-204FCE204097}" type="presParOf" srcId="{9B8C2206-C39E-4D5D-9AA4-11A71C499D10}" destId="{4D2745D7-5F28-4FAF-BB34-6CE6F3A155C4}" srcOrd="0" destOrd="0" presId="urn:microsoft.com/office/officeart/2005/8/layout/process4"/>
    <dgm:cxn modelId="{E2C6CEC6-8936-42DD-A07E-694727AC599D}" type="presParOf" srcId="{9B8C2206-C39E-4D5D-9AA4-11A71C499D10}" destId="{063A756A-754A-48B5-B6FC-5578E560B425}" srcOrd="1" destOrd="0" presId="urn:microsoft.com/office/officeart/2005/8/layout/process4"/>
    <dgm:cxn modelId="{6081F8CC-7DDE-4718-942A-EB0DCB4B77E7}" type="presParOf" srcId="{9B8C2206-C39E-4D5D-9AA4-11A71C499D10}" destId="{BF63467A-FD3D-4DD8-879F-E9ED5D331705}" srcOrd="2" destOrd="0" presId="urn:microsoft.com/office/officeart/2005/8/layout/process4"/>
    <dgm:cxn modelId="{22C300E3-C081-409F-9B9F-144D1D3C76C6}" type="presParOf" srcId="{9B8C2206-C39E-4D5D-9AA4-11A71C499D10}" destId="{CD160409-EFE8-42B0-B126-2E4EC497E932}" srcOrd="3" destOrd="0" presId="urn:microsoft.com/office/officeart/2005/8/layout/process4"/>
    <dgm:cxn modelId="{5E40633B-0571-4DFE-8ACB-EAE2B5875C14}" type="presParOf" srcId="{D074BB3A-6241-4841-B07A-B3015D956FDB}" destId="{D686BCFE-2C2E-405B-A8A9-F9BB9B69A982}" srcOrd="3" destOrd="0" presId="urn:microsoft.com/office/officeart/2005/8/layout/process4"/>
    <dgm:cxn modelId="{713D5CC4-C0EE-49BE-8192-6DB31D3E3458}" type="presParOf" srcId="{D074BB3A-6241-4841-B07A-B3015D956FDB}" destId="{ABBF466B-0578-457E-91F7-F1A3C2323EF1}" srcOrd="4" destOrd="0" presId="urn:microsoft.com/office/officeart/2005/8/layout/process4"/>
    <dgm:cxn modelId="{01409DF7-FF6A-49C2-9EEC-CA579D9EBC8F}" type="presParOf" srcId="{ABBF466B-0578-457E-91F7-F1A3C2323EF1}" destId="{E3CADEB0-90F7-442F-8E4F-E08973546CE6}"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9B136E87-3F3C-4106-8E64-5F2542C7B42B}"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2B135909-BACF-4420-8FBD-0DAF770F514E}">
      <dgm:prSet/>
      <dgm:spPr/>
      <dgm:t>
        <a:bodyPr/>
        <a:lstStyle/>
        <a:p>
          <a:r>
            <a:rPr lang="en-US"/>
            <a:t>Each District handles 2e differently </a:t>
          </a:r>
        </a:p>
      </dgm:t>
    </dgm:pt>
    <dgm:pt modelId="{9F3B894A-BFF0-407A-B102-C13651A6322B}" type="parTrans" cxnId="{8F6DB982-BA68-4981-BCE5-D344B9DF93E5}">
      <dgm:prSet/>
      <dgm:spPr/>
      <dgm:t>
        <a:bodyPr/>
        <a:lstStyle/>
        <a:p>
          <a:endParaRPr lang="en-US"/>
        </a:p>
      </dgm:t>
    </dgm:pt>
    <dgm:pt modelId="{2FF4E68C-6B33-4843-85E0-53A8D2EF1B92}" type="sibTrans" cxnId="{8F6DB982-BA68-4981-BCE5-D344B9DF93E5}">
      <dgm:prSet/>
      <dgm:spPr/>
      <dgm:t>
        <a:bodyPr/>
        <a:lstStyle/>
        <a:p>
          <a:endParaRPr lang="en-US"/>
        </a:p>
      </dgm:t>
    </dgm:pt>
    <dgm:pt modelId="{1A9777D6-F3E8-47B4-A5DB-9073B6A748A9}">
      <dgm:prSet/>
      <dgm:spPr/>
      <dgm:t>
        <a:bodyPr/>
        <a:lstStyle/>
        <a:p>
          <a:r>
            <a:rPr lang="en-US"/>
            <a:t>The question is how to meet the need of “the whole child”</a:t>
          </a:r>
        </a:p>
      </dgm:t>
    </dgm:pt>
    <dgm:pt modelId="{9D8BCD09-70DA-4296-B918-1CAF201277FD}" type="parTrans" cxnId="{AE07C55D-4C3A-44D3-BE1B-66699F7BA2E1}">
      <dgm:prSet/>
      <dgm:spPr/>
      <dgm:t>
        <a:bodyPr/>
        <a:lstStyle/>
        <a:p>
          <a:endParaRPr lang="en-US"/>
        </a:p>
      </dgm:t>
    </dgm:pt>
    <dgm:pt modelId="{98C7D588-0115-4B7B-BE41-E5C8E1046FC1}" type="sibTrans" cxnId="{AE07C55D-4C3A-44D3-BE1B-66699F7BA2E1}">
      <dgm:prSet/>
      <dgm:spPr/>
      <dgm:t>
        <a:bodyPr/>
        <a:lstStyle/>
        <a:p>
          <a:endParaRPr lang="en-US"/>
        </a:p>
      </dgm:t>
    </dgm:pt>
    <dgm:pt modelId="{BFC46019-8797-40A5-9ABE-200419A5D2AE}">
      <dgm:prSet/>
      <dgm:spPr/>
      <dgm:t>
        <a:bodyPr/>
        <a:lstStyle/>
        <a:p>
          <a:r>
            <a:rPr lang="en-US"/>
            <a:t>Educational</a:t>
          </a:r>
        </a:p>
      </dgm:t>
    </dgm:pt>
    <dgm:pt modelId="{36D67E9F-CEDB-432C-B52B-CDED73AFE16C}" type="parTrans" cxnId="{9802F5CF-331D-4C30-AD34-2D9B62C76099}">
      <dgm:prSet/>
      <dgm:spPr/>
      <dgm:t>
        <a:bodyPr/>
        <a:lstStyle/>
        <a:p>
          <a:endParaRPr lang="en-US"/>
        </a:p>
      </dgm:t>
    </dgm:pt>
    <dgm:pt modelId="{D7465E0D-0E00-4509-8E9C-96C6C8A78DC0}" type="sibTrans" cxnId="{9802F5CF-331D-4C30-AD34-2D9B62C76099}">
      <dgm:prSet/>
      <dgm:spPr/>
      <dgm:t>
        <a:bodyPr/>
        <a:lstStyle/>
        <a:p>
          <a:endParaRPr lang="en-US"/>
        </a:p>
      </dgm:t>
    </dgm:pt>
    <dgm:pt modelId="{6037D07C-CF64-4E2A-89C3-09D40B499B98}">
      <dgm:prSet/>
      <dgm:spPr/>
      <dgm:t>
        <a:bodyPr/>
        <a:lstStyle/>
        <a:p>
          <a:r>
            <a:rPr lang="en-US"/>
            <a:t>Emotional</a:t>
          </a:r>
        </a:p>
      </dgm:t>
    </dgm:pt>
    <dgm:pt modelId="{15384A65-D918-46F2-A8C7-0F1D5CE482CE}" type="parTrans" cxnId="{A33CF652-53F1-43DE-902D-E20C901F28F5}">
      <dgm:prSet/>
      <dgm:spPr/>
      <dgm:t>
        <a:bodyPr/>
        <a:lstStyle/>
        <a:p>
          <a:endParaRPr lang="en-US"/>
        </a:p>
      </dgm:t>
    </dgm:pt>
    <dgm:pt modelId="{74F5F28A-05C1-4488-8043-6657AA242B75}" type="sibTrans" cxnId="{A33CF652-53F1-43DE-902D-E20C901F28F5}">
      <dgm:prSet/>
      <dgm:spPr/>
      <dgm:t>
        <a:bodyPr/>
        <a:lstStyle/>
        <a:p>
          <a:endParaRPr lang="en-US"/>
        </a:p>
      </dgm:t>
    </dgm:pt>
    <dgm:pt modelId="{422B0D3C-1D00-4CA9-9F85-442905E729EA}">
      <dgm:prSet/>
      <dgm:spPr/>
      <dgm:t>
        <a:bodyPr/>
        <a:lstStyle/>
        <a:p>
          <a:r>
            <a:rPr lang="en-US"/>
            <a:t>Social </a:t>
          </a:r>
        </a:p>
      </dgm:t>
    </dgm:pt>
    <dgm:pt modelId="{59704CD1-E1E9-4F54-8969-2EB43E6DCB1E}" type="parTrans" cxnId="{A58CBABE-8D3E-498B-BAB4-1CDC39F33EC3}">
      <dgm:prSet/>
      <dgm:spPr/>
      <dgm:t>
        <a:bodyPr/>
        <a:lstStyle/>
        <a:p>
          <a:endParaRPr lang="en-US"/>
        </a:p>
      </dgm:t>
    </dgm:pt>
    <dgm:pt modelId="{617E915C-94B6-470C-9DF1-D71804179196}" type="sibTrans" cxnId="{A58CBABE-8D3E-498B-BAB4-1CDC39F33EC3}">
      <dgm:prSet/>
      <dgm:spPr/>
      <dgm:t>
        <a:bodyPr/>
        <a:lstStyle/>
        <a:p>
          <a:endParaRPr lang="en-US"/>
        </a:p>
      </dgm:t>
    </dgm:pt>
    <dgm:pt modelId="{CD6A83A0-0251-42E9-B3BE-47DEBDA8E6E1}">
      <dgm:prSet/>
      <dgm:spPr/>
      <dgm:t>
        <a:bodyPr/>
        <a:lstStyle/>
        <a:p>
          <a:r>
            <a:rPr lang="en-US"/>
            <a:t>Behavioral </a:t>
          </a:r>
        </a:p>
      </dgm:t>
    </dgm:pt>
    <dgm:pt modelId="{A0EAB721-5CA2-4177-92F6-E450632DEC89}" type="parTrans" cxnId="{92488AA2-6469-4F8E-94E4-4BF160E41684}">
      <dgm:prSet/>
      <dgm:spPr/>
      <dgm:t>
        <a:bodyPr/>
        <a:lstStyle/>
        <a:p>
          <a:endParaRPr lang="en-US"/>
        </a:p>
      </dgm:t>
    </dgm:pt>
    <dgm:pt modelId="{89AC3E89-CC08-405D-9066-A989691CABCB}" type="sibTrans" cxnId="{92488AA2-6469-4F8E-94E4-4BF160E41684}">
      <dgm:prSet/>
      <dgm:spPr/>
      <dgm:t>
        <a:bodyPr/>
        <a:lstStyle/>
        <a:p>
          <a:endParaRPr lang="en-US"/>
        </a:p>
      </dgm:t>
    </dgm:pt>
    <dgm:pt modelId="{CC91EFE6-03D4-4A6A-98AC-80FC12FF16E8}">
      <dgm:prSet/>
      <dgm:spPr/>
      <dgm:t>
        <a:bodyPr/>
        <a:lstStyle/>
        <a:p>
          <a:r>
            <a:rPr lang="en-US" dirty="0"/>
            <a:t>The same guidelines are valid in IEP/GIEP meetings</a:t>
          </a:r>
        </a:p>
      </dgm:t>
    </dgm:pt>
    <dgm:pt modelId="{98C017A0-E66D-41DB-81E2-1CB4A2ACE6F9}" type="parTrans" cxnId="{A7446459-3AEE-436F-8889-31A772371347}">
      <dgm:prSet/>
      <dgm:spPr/>
      <dgm:t>
        <a:bodyPr/>
        <a:lstStyle/>
        <a:p>
          <a:endParaRPr lang="en-US"/>
        </a:p>
      </dgm:t>
    </dgm:pt>
    <dgm:pt modelId="{B8721661-71DA-404A-A66B-1CCBB22891AC}" type="sibTrans" cxnId="{A7446459-3AEE-436F-8889-31A772371347}">
      <dgm:prSet/>
      <dgm:spPr/>
      <dgm:t>
        <a:bodyPr/>
        <a:lstStyle/>
        <a:p>
          <a:endParaRPr lang="en-US"/>
        </a:p>
      </dgm:t>
    </dgm:pt>
    <dgm:pt modelId="{A986909A-253D-4055-9FC4-666DB886116D}">
      <dgm:prSet/>
      <dgm:spPr/>
      <dgm:t>
        <a:bodyPr/>
        <a:lstStyle/>
        <a:p>
          <a:r>
            <a:rPr lang="en-US"/>
            <a:t>The CONTENT of the Plan is what matters </a:t>
          </a:r>
        </a:p>
      </dgm:t>
    </dgm:pt>
    <dgm:pt modelId="{CA8B5EA5-44CF-4018-98B7-B9B551C5CF05}" type="parTrans" cxnId="{8B271F2E-72D3-4A85-A6F8-36B1A9432034}">
      <dgm:prSet/>
      <dgm:spPr/>
      <dgm:t>
        <a:bodyPr/>
        <a:lstStyle/>
        <a:p>
          <a:endParaRPr lang="en-US"/>
        </a:p>
      </dgm:t>
    </dgm:pt>
    <dgm:pt modelId="{F3AF7D17-3DF1-4D1C-A525-AA360C732D9F}" type="sibTrans" cxnId="{8B271F2E-72D3-4A85-A6F8-36B1A9432034}">
      <dgm:prSet/>
      <dgm:spPr/>
      <dgm:t>
        <a:bodyPr/>
        <a:lstStyle/>
        <a:p>
          <a:endParaRPr lang="en-US"/>
        </a:p>
      </dgm:t>
    </dgm:pt>
    <dgm:pt modelId="{3C91637F-694D-4627-9FDB-973696D48518}" type="pres">
      <dgm:prSet presAssocID="{9B136E87-3F3C-4106-8E64-5F2542C7B42B}" presName="linear" presStyleCnt="0">
        <dgm:presLayoutVars>
          <dgm:animLvl val="lvl"/>
          <dgm:resizeHandles val="exact"/>
        </dgm:presLayoutVars>
      </dgm:prSet>
      <dgm:spPr/>
    </dgm:pt>
    <dgm:pt modelId="{E47FA928-B3B4-49EF-8714-B889B1A80E9F}" type="pres">
      <dgm:prSet presAssocID="{2B135909-BACF-4420-8FBD-0DAF770F514E}" presName="parentText" presStyleLbl="node1" presStyleIdx="0" presStyleCnt="4">
        <dgm:presLayoutVars>
          <dgm:chMax val="0"/>
          <dgm:bulletEnabled val="1"/>
        </dgm:presLayoutVars>
      </dgm:prSet>
      <dgm:spPr/>
    </dgm:pt>
    <dgm:pt modelId="{D90ABDBC-B962-4020-AB02-FC8DC6488E70}" type="pres">
      <dgm:prSet presAssocID="{2FF4E68C-6B33-4843-85E0-53A8D2EF1B92}" presName="spacer" presStyleCnt="0"/>
      <dgm:spPr/>
    </dgm:pt>
    <dgm:pt modelId="{B52F5C4A-F618-4620-98EE-C10578F76382}" type="pres">
      <dgm:prSet presAssocID="{1A9777D6-F3E8-47B4-A5DB-9073B6A748A9}" presName="parentText" presStyleLbl="node1" presStyleIdx="1" presStyleCnt="4">
        <dgm:presLayoutVars>
          <dgm:chMax val="0"/>
          <dgm:bulletEnabled val="1"/>
        </dgm:presLayoutVars>
      </dgm:prSet>
      <dgm:spPr/>
    </dgm:pt>
    <dgm:pt modelId="{A62F8186-7298-4FC1-BE64-FA858457E388}" type="pres">
      <dgm:prSet presAssocID="{1A9777D6-F3E8-47B4-A5DB-9073B6A748A9}" presName="childText" presStyleLbl="revTx" presStyleIdx="0" presStyleCnt="1">
        <dgm:presLayoutVars>
          <dgm:bulletEnabled val="1"/>
        </dgm:presLayoutVars>
      </dgm:prSet>
      <dgm:spPr/>
    </dgm:pt>
    <dgm:pt modelId="{2E4819D0-F503-4027-A2A3-F6F0D9F37FB9}" type="pres">
      <dgm:prSet presAssocID="{CC91EFE6-03D4-4A6A-98AC-80FC12FF16E8}" presName="parentText" presStyleLbl="node1" presStyleIdx="2" presStyleCnt="4">
        <dgm:presLayoutVars>
          <dgm:chMax val="0"/>
          <dgm:bulletEnabled val="1"/>
        </dgm:presLayoutVars>
      </dgm:prSet>
      <dgm:spPr/>
    </dgm:pt>
    <dgm:pt modelId="{3EA68EF7-7365-49D4-AE81-266CA3B176D6}" type="pres">
      <dgm:prSet presAssocID="{B8721661-71DA-404A-A66B-1CCBB22891AC}" presName="spacer" presStyleCnt="0"/>
      <dgm:spPr/>
    </dgm:pt>
    <dgm:pt modelId="{44D3E244-6F91-4025-9BE2-E9F01F57DB75}" type="pres">
      <dgm:prSet presAssocID="{A986909A-253D-4055-9FC4-666DB886116D}" presName="parentText" presStyleLbl="node1" presStyleIdx="3" presStyleCnt="4">
        <dgm:presLayoutVars>
          <dgm:chMax val="0"/>
          <dgm:bulletEnabled val="1"/>
        </dgm:presLayoutVars>
      </dgm:prSet>
      <dgm:spPr/>
    </dgm:pt>
  </dgm:ptLst>
  <dgm:cxnLst>
    <dgm:cxn modelId="{8B271F2E-72D3-4A85-A6F8-36B1A9432034}" srcId="{9B136E87-3F3C-4106-8E64-5F2542C7B42B}" destId="{A986909A-253D-4055-9FC4-666DB886116D}" srcOrd="3" destOrd="0" parTransId="{CA8B5EA5-44CF-4018-98B7-B9B551C5CF05}" sibTransId="{F3AF7D17-3DF1-4D1C-A525-AA360C732D9F}"/>
    <dgm:cxn modelId="{7029B035-256B-4248-879A-0DBB58AFD357}" type="presOf" srcId="{6037D07C-CF64-4E2A-89C3-09D40B499B98}" destId="{A62F8186-7298-4FC1-BE64-FA858457E388}" srcOrd="0" destOrd="1" presId="urn:microsoft.com/office/officeart/2005/8/layout/vList2"/>
    <dgm:cxn modelId="{A33CF652-53F1-43DE-902D-E20C901F28F5}" srcId="{1A9777D6-F3E8-47B4-A5DB-9073B6A748A9}" destId="{6037D07C-CF64-4E2A-89C3-09D40B499B98}" srcOrd="1" destOrd="0" parTransId="{15384A65-D918-46F2-A8C7-0F1D5CE482CE}" sibTransId="{74F5F28A-05C1-4488-8043-6657AA242B75}"/>
    <dgm:cxn modelId="{A7446459-3AEE-436F-8889-31A772371347}" srcId="{9B136E87-3F3C-4106-8E64-5F2542C7B42B}" destId="{CC91EFE6-03D4-4A6A-98AC-80FC12FF16E8}" srcOrd="2" destOrd="0" parTransId="{98C017A0-E66D-41DB-81E2-1CB4A2ACE6F9}" sibTransId="{B8721661-71DA-404A-A66B-1CCBB22891AC}"/>
    <dgm:cxn modelId="{AE07C55D-4C3A-44D3-BE1B-66699F7BA2E1}" srcId="{9B136E87-3F3C-4106-8E64-5F2542C7B42B}" destId="{1A9777D6-F3E8-47B4-A5DB-9073B6A748A9}" srcOrd="1" destOrd="0" parTransId="{9D8BCD09-70DA-4296-B918-1CAF201277FD}" sibTransId="{98C7D588-0115-4B7B-BE41-E5C8E1046FC1}"/>
    <dgm:cxn modelId="{8F6DB982-BA68-4981-BCE5-D344B9DF93E5}" srcId="{9B136E87-3F3C-4106-8E64-5F2542C7B42B}" destId="{2B135909-BACF-4420-8FBD-0DAF770F514E}" srcOrd="0" destOrd="0" parTransId="{9F3B894A-BFF0-407A-B102-C13651A6322B}" sibTransId="{2FF4E68C-6B33-4843-85E0-53A8D2EF1B92}"/>
    <dgm:cxn modelId="{77959F85-D094-461C-81DF-DE3CE026DABB}" type="presOf" srcId="{9B136E87-3F3C-4106-8E64-5F2542C7B42B}" destId="{3C91637F-694D-4627-9FDB-973696D48518}" srcOrd="0" destOrd="0" presId="urn:microsoft.com/office/officeart/2005/8/layout/vList2"/>
    <dgm:cxn modelId="{5478E1A0-CE4F-490D-ABE8-2FCBA365CF06}" type="presOf" srcId="{CD6A83A0-0251-42E9-B3BE-47DEBDA8E6E1}" destId="{A62F8186-7298-4FC1-BE64-FA858457E388}" srcOrd="0" destOrd="3" presId="urn:microsoft.com/office/officeart/2005/8/layout/vList2"/>
    <dgm:cxn modelId="{92488AA2-6469-4F8E-94E4-4BF160E41684}" srcId="{1A9777D6-F3E8-47B4-A5DB-9073B6A748A9}" destId="{CD6A83A0-0251-42E9-B3BE-47DEBDA8E6E1}" srcOrd="3" destOrd="0" parTransId="{A0EAB721-5CA2-4177-92F6-E450632DEC89}" sibTransId="{89AC3E89-CC08-405D-9066-A989691CABCB}"/>
    <dgm:cxn modelId="{A58CBABE-8D3E-498B-BAB4-1CDC39F33EC3}" srcId="{1A9777D6-F3E8-47B4-A5DB-9073B6A748A9}" destId="{422B0D3C-1D00-4CA9-9F85-442905E729EA}" srcOrd="2" destOrd="0" parTransId="{59704CD1-E1E9-4F54-8969-2EB43E6DCB1E}" sibTransId="{617E915C-94B6-470C-9DF1-D71804179196}"/>
    <dgm:cxn modelId="{AB3597CD-26B1-4C59-B19B-3255FCA285FE}" type="presOf" srcId="{422B0D3C-1D00-4CA9-9F85-442905E729EA}" destId="{A62F8186-7298-4FC1-BE64-FA858457E388}" srcOrd="0" destOrd="2" presId="urn:microsoft.com/office/officeart/2005/8/layout/vList2"/>
    <dgm:cxn modelId="{9802F5CF-331D-4C30-AD34-2D9B62C76099}" srcId="{1A9777D6-F3E8-47B4-A5DB-9073B6A748A9}" destId="{BFC46019-8797-40A5-9ABE-200419A5D2AE}" srcOrd="0" destOrd="0" parTransId="{36D67E9F-CEDB-432C-B52B-CDED73AFE16C}" sibTransId="{D7465E0D-0E00-4509-8E9C-96C6C8A78DC0}"/>
    <dgm:cxn modelId="{C3FDABE0-AB3C-4EF0-9483-1F5F38E2AC5D}" type="presOf" srcId="{BFC46019-8797-40A5-9ABE-200419A5D2AE}" destId="{A62F8186-7298-4FC1-BE64-FA858457E388}" srcOrd="0" destOrd="0" presId="urn:microsoft.com/office/officeart/2005/8/layout/vList2"/>
    <dgm:cxn modelId="{26BAB0E0-49DC-43E0-87E2-C4F24CF22CE6}" type="presOf" srcId="{A986909A-253D-4055-9FC4-666DB886116D}" destId="{44D3E244-6F91-4025-9BE2-E9F01F57DB75}" srcOrd="0" destOrd="0" presId="urn:microsoft.com/office/officeart/2005/8/layout/vList2"/>
    <dgm:cxn modelId="{935E58E5-7E1B-49A0-8659-5D674D90904C}" type="presOf" srcId="{1A9777D6-F3E8-47B4-A5DB-9073B6A748A9}" destId="{B52F5C4A-F618-4620-98EE-C10578F76382}" srcOrd="0" destOrd="0" presId="urn:microsoft.com/office/officeart/2005/8/layout/vList2"/>
    <dgm:cxn modelId="{114F8BF6-1D12-4AF0-BE82-F5357677C49C}" type="presOf" srcId="{CC91EFE6-03D4-4A6A-98AC-80FC12FF16E8}" destId="{2E4819D0-F503-4027-A2A3-F6F0D9F37FB9}" srcOrd="0" destOrd="0" presId="urn:microsoft.com/office/officeart/2005/8/layout/vList2"/>
    <dgm:cxn modelId="{6E7987F8-15F5-49AB-A737-B76D1BB056D9}" type="presOf" srcId="{2B135909-BACF-4420-8FBD-0DAF770F514E}" destId="{E47FA928-B3B4-49EF-8714-B889B1A80E9F}" srcOrd="0" destOrd="0" presId="urn:microsoft.com/office/officeart/2005/8/layout/vList2"/>
    <dgm:cxn modelId="{EBDA2A03-C05D-4F1C-807E-1B9DBF530420}" type="presParOf" srcId="{3C91637F-694D-4627-9FDB-973696D48518}" destId="{E47FA928-B3B4-49EF-8714-B889B1A80E9F}" srcOrd="0" destOrd="0" presId="urn:microsoft.com/office/officeart/2005/8/layout/vList2"/>
    <dgm:cxn modelId="{F3E85191-B280-4DE8-95A5-62E6D5175D15}" type="presParOf" srcId="{3C91637F-694D-4627-9FDB-973696D48518}" destId="{D90ABDBC-B962-4020-AB02-FC8DC6488E70}" srcOrd="1" destOrd="0" presId="urn:microsoft.com/office/officeart/2005/8/layout/vList2"/>
    <dgm:cxn modelId="{6E503639-E839-4995-8914-71A60C64987A}" type="presParOf" srcId="{3C91637F-694D-4627-9FDB-973696D48518}" destId="{B52F5C4A-F618-4620-98EE-C10578F76382}" srcOrd="2" destOrd="0" presId="urn:microsoft.com/office/officeart/2005/8/layout/vList2"/>
    <dgm:cxn modelId="{39905F69-E437-419F-9E2E-9035482B0485}" type="presParOf" srcId="{3C91637F-694D-4627-9FDB-973696D48518}" destId="{A62F8186-7298-4FC1-BE64-FA858457E388}" srcOrd="3" destOrd="0" presId="urn:microsoft.com/office/officeart/2005/8/layout/vList2"/>
    <dgm:cxn modelId="{900D15B9-21B0-48D0-83C0-0847681C77EE}" type="presParOf" srcId="{3C91637F-694D-4627-9FDB-973696D48518}" destId="{2E4819D0-F503-4027-A2A3-F6F0D9F37FB9}" srcOrd="4" destOrd="0" presId="urn:microsoft.com/office/officeart/2005/8/layout/vList2"/>
    <dgm:cxn modelId="{09BE241C-1D1B-4684-8E96-592097142ADF}" type="presParOf" srcId="{3C91637F-694D-4627-9FDB-973696D48518}" destId="{3EA68EF7-7365-49D4-AE81-266CA3B176D6}" srcOrd="5" destOrd="0" presId="urn:microsoft.com/office/officeart/2005/8/layout/vList2"/>
    <dgm:cxn modelId="{3828B525-2161-474F-822B-1E32C72A142D}" type="presParOf" srcId="{3C91637F-694D-4627-9FDB-973696D48518}" destId="{44D3E244-6F91-4025-9BE2-E9F01F57DB75}"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A44B6578-C9BE-4643-8D21-E336B0859B38}" type="doc">
      <dgm:prSet loTypeId="urn:microsoft.com/office/officeart/2018/2/layout/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1571903D-2BBD-4AE4-B6D3-EE83C9CCA430}">
      <dgm:prSet/>
      <dgm:spPr/>
      <dgm:t>
        <a:bodyPr/>
        <a:lstStyle/>
        <a:p>
          <a:pPr>
            <a:lnSpc>
              <a:spcPct val="100000"/>
            </a:lnSpc>
            <a:defRPr b="1"/>
          </a:pPr>
          <a:r>
            <a:rPr lang="en-US"/>
            <a:t>The G-IEP proposed by the Team </a:t>
          </a:r>
          <a:r>
            <a:rPr lang="en-US" b="1"/>
            <a:t>and</a:t>
          </a:r>
          <a:r>
            <a:rPr lang="en-US"/>
            <a:t> approved by you MUST be implemented as it is written</a:t>
          </a:r>
        </a:p>
      </dgm:t>
    </dgm:pt>
    <dgm:pt modelId="{CDC9C325-0FAF-47A6-BB2D-682C4CAC0B3B}" type="parTrans" cxnId="{F0645DBE-1EBE-4F46-B06F-5AA011E4AB2F}">
      <dgm:prSet/>
      <dgm:spPr/>
      <dgm:t>
        <a:bodyPr/>
        <a:lstStyle/>
        <a:p>
          <a:endParaRPr lang="en-US"/>
        </a:p>
      </dgm:t>
    </dgm:pt>
    <dgm:pt modelId="{418D0D52-9812-415B-B744-14B2D6DC1B24}" type="sibTrans" cxnId="{F0645DBE-1EBE-4F46-B06F-5AA011E4AB2F}">
      <dgm:prSet/>
      <dgm:spPr/>
      <dgm:t>
        <a:bodyPr/>
        <a:lstStyle/>
        <a:p>
          <a:endParaRPr lang="en-US"/>
        </a:p>
      </dgm:t>
    </dgm:pt>
    <dgm:pt modelId="{E69C9D2E-C09C-4CA3-93A5-76D890637918}">
      <dgm:prSet/>
      <dgm:spPr/>
      <dgm:t>
        <a:bodyPr/>
        <a:lstStyle/>
        <a:p>
          <a:pPr>
            <a:lnSpc>
              <a:spcPct val="100000"/>
            </a:lnSpc>
            <a:defRPr b="1"/>
          </a:pPr>
          <a:r>
            <a:rPr lang="en-US"/>
            <a:t>The school/district’s gifted pull-out program (GATE, Challenge, etc.) is </a:t>
          </a:r>
          <a:r>
            <a:rPr lang="en-US" b="1"/>
            <a:t>NOT</a:t>
          </a:r>
          <a:r>
            <a:rPr lang="en-US"/>
            <a:t> the extent of the gifted education accommodation available</a:t>
          </a:r>
        </a:p>
      </dgm:t>
    </dgm:pt>
    <dgm:pt modelId="{F22A43B3-D850-42A5-9DE9-BAEBCEA83E54}" type="parTrans" cxnId="{24EFEB3E-384F-4C28-A405-01068380734E}">
      <dgm:prSet/>
      <dgm:spPr/>
      <dgm:t>
        <a:bodyPr/>
        <a:lstStyle/>
        <a:p>
          <a:endParaRPr lang="en-US"/>
        </a:p>
      </dgm:t>
    </dgm:pt>
    <dgm:pt modelId="{CBEA30BD-29D2-4D95-A5E2-12AAD7423171}" type="sibTrans" cxnId="{24EFEB3E-384F-4C28-A405-01068380734E}">
      <dgm:prSet/>
      <dgm:spPr/>
      <dgm:t>
        <a:bodyPr/>
        <a:lstStyle/>
        <a:p>
          <a:endParaRPr lang="en-US"/>
        </a:p>
      </dgm:t>
    </dgm:pt>
    <dgm:pt modelId="{F941F994-3C44-4572-A516-055927C1E1BD}">
      <dgm:prSet/>
      <dgm:spPr/>
      <dgm:t>
        <a:bodyPr/>
        <a:lstStyle/>
        <a:p>
          <a:pPr>
            <a:lnSpc>
              <a:spcPct val="100000"/>
            </a:lnSpc>
            <a:defRPr b="1"/>
          </a:pPr>
          <a:r>
            <a:rPr lang="en-US"/>
            <a:t>Grades are </a:t>
          </a:r>
          <a:r>
            <a:rPr lang="en-US" b="1"/>
            <a:t>NOT</a:t>
          </a:r>
          <a:r>
            <a:rPr lang="en-US"/>
            <a:t> a reason to deny/exclude a child from a gifted program or a psycho-educational evaluation </a:t>
          </a:r>
        </a:p>
      </dgm:t>
    </dgm:pt>
    <dgm:pt modelId="{0BE44045-72E0-4602-B400-A9F021C69B39}" type="parTrans" cxnId="{11FB3D5D-7762-472A-AD12-55F7DBCCF764}">
      <dgm:prSet/>
      <dgm:spPr/>
      <dgm:t>
        <a:bodyPr/>
        <a:lstStyle/>
        <a:p>
          <a:endParaRPr lang="en-US"/>
        </a:p>
      </dgm:t>
    </dgm:pt>
    <dgm:pt modelId="{DA21A3D9-C110-4882-BC89-7928053230A2}" type="sibTrans" cxnId="{11FB3D5D-7762-472A-AD12-55F7DBCCF764}">
      <dgm:prSet/>
      <dgm:spPr/>
      <dgm:t>
        <a:bodyPr/>
        <a:lstStyle/>
        <a:p>
          <a:endParaRPr lang="en-US"/>
        </a:p>
      </dgm:t>
    </dgm:pt>
    <dgm:pt modelId="{D31764AF-606B-497B-8168-22E79396B0B9}">
      <dgm:prSet/>
      <dgm:spPr/>
      <dgm:t>
        <a:bodyPr/>
        <a:lstStyle/>
        <a:p>
          <a:pPr>
            <a:lnSpc>
              <a:spcPct val="100000"/>
            </a:lnSpc>
          </a:pPr>
          <a:r>
            <a:rPr lang="en-US"/>
            <a:t>Present Level of Educational Performance (PLEP)</a:t>
          </a:r>
        </a:p>
      </dgm:t>
    </dgm:pt>
    <dgm:pt modelId="{A92BAF11-3149-4523-B261-6C0DA86DF5AA}" type="parTrans" cxnId="{CFA4E3AB-6002-4053-9583-7403AE6D6276}">
      <dgm:prSet/>
      <dgm:spPr/>
      <dgm:t>
        <a:bodyPr/>
        <a:lstStyle/>
        <a:p>
          <a:endParaRPr lang="en-US"/>
        </a:p>
      </dgm:t>
    </dgm:pt>
    <dgm:pt modelId="{794C2B66-203B-4AF9-9F37-2E92CA363432}" type="sibTrans" cxnId="{CFA4E3AB-6002-4053-9583-7403AE6D6276}">
      <dgm:prSet/>
      <dgm:spPr/>
      <dgm:t>
        <a:bodyPr/>
        <a:lstStyle/>
        <a:p>
          <a:endParaRPr lang="en-US"/>
        </a:p>
      </dgm:t>
    </dgm:pt>
    <dgm:pt modelId="{631D38AF-A4FF-4520-8862-0B722E63CF0C}">
      <dgm:prSet/>
      <dgm:spPr/>
      <dgm:t>
        <a:bodyPr/>
        <a:lstStyle/>
        <a:p>
          <a:pPr>
            <a:lnSpc>
              <a:spcPct val="100000"/>
            </a:lnSpc>
            <a:defRPr b="1"/>
          </a:pPr>
          <a:r>
            <a:rPr lang="en-US"/>
            <a:t>Many school districts are </a:t>
          </a:r>
          <a:r>
            <a:rPr lang="en-US" b="1"/>
            <a:t>NOT</a:t>
          </a:r>
          <a:r>
            <a:rPr lang="en-US"/>
            <a:t> aware of the extent of the laws regarding gifted education </a:t>
          </a:r>
        </a:p>
      </dgm:t>
    </dgm:pt>
    <dgm:pt modelId="{3124EB75-8BE2-41DE-8766-3C11BBF2D087}" type="parTrans" cxnId="{C1DCA0FB-CCDE-44C0-8385-AFA7001317EE}">
      <dgm:prSet/>
      <dgm:spPr/>
      <dgm:t>
        <a:bodyPr/>
        <a:lstStyle/>
        <a:p>
          <a:endParaRPr lang="en-US"/>
        </a:p>
      </dgm:t>
    </dgm:pt>
    <dgm:pt modelId="{ED21D3DE-5E80-46B6-847A-55EC9720F668}" type="sibTrans" cxnId="{C1DCA0FB-CCDE-44C0-8385-AFA7001317EE}">
      <dgm:prSet/>
      <dgm:spPr/>
      <dgm:t>
        <a:bodyPr/>
        <a:lstStyle/>
        <a:p>
          <a:endParaRPr lang="en-US"/>
        </a:p>
      </dgm:t>
    </dgm:pt>
    <dgm:pt modelId="{2A3DFDD7-CD17-4DDB-B827-2FDB96F05629}">
      <dgm:prSet/>
      <dgm:spPr/>
      <dgm:t>
        <a:bodyPr/>
        <a:lstStyle/>
        <a:p>
          <a:pPr>
            <a:lnSpc>
              <a:spcPct val="100000"/>
            </a:lnSpc>
            <a:defRPr b="1"/>
          </a:pPr>
          <a:r>
            <a:rPr lang="en-US"/>
            <a:t>The G-IEP does </a:t>
          </a:r>
          <a:r>
            <a:rPr lang="en-US" b="1"/>
            <a:t>NOT</a:t>
          </a:r>
          <a:r>
            <a:rPr lang="en-US"/>
            <a:t> go into effect until it is signed by you.  Take as much time as you need to go over it and ask questions/clarification</a:t>
          </a:r>
        </a:p>
      </dgm:t>
    </dgm:pt>
    <dgm:pt modelId="{21AE33D3-19B9-4447-97A1-5A39E946749F}" type="parTrans" cxnId="{93291667-84E0-4E76-86E5-9B68F9FF9FD6}">
      <dgm:prSet/>
      <dgm:spPr/>
      <dgm:t>
        <a:bodyPr/>
        <a:lstStyle/>
        <a:p>
          <a:endParaRPr lang="en-US"/>
        </a:p>
      </dgm:t>
    </dgm:pt>
    <dgm:pt modelId="{BB2A3DF2-CAA4-4B49-B81D-6460D1A07849}" type="sibTrans" cxnId="{93291667-84E0-4E76-86E5-9B68F9FF9FD6}">
      <dgm:prSet/>
      <dgm:spPr/>
      <dgm:t>
        <a:bodyPr/>
        <a:lstStyle/>
        <a:p>
          <a:endParaRPr lang="en-US"/>
        </a:p>
      </dgm:t>
    </dgm:pt>
    <dgm:pt modelId="{A6F0E1F9-AA5E-4FB2-B144-996557C2BE6E}" type="pres">
      <dgm:prSet presAssocID="{A44B6578-C9BE-4643-8D21-E336B0859B38}" presName="root" presStyleCnt="0">
        <dgm:presLayoutVars>
          <dgm:dir/>
          <dgm:resizeHandles val="exact"/>
        </dgm:presLayoutVars>
      </dgm:prSet>
      <dgm:spPr/>
    </dgm:pt>
    <dgm:pt modelId="{9C0B876C-92A1-4813-BEE9-398A2E04D1F1}" type="pres">
      <dgm:prSet presAssocID="{1571903D-2BBD-4AE4-B6D3-EE83C9CCA430}" presName="compNode" presStyleCnt="0"/>
      <dgm:spPr/>
    </dgm:pt>
    <dgm:pt modelId="{926209DE-6454-4DE7-A4E5-49C5EAC559B6}" type="pres">
      <dgm:prSet presAssocID="{1571903D-2BBD-4AE4-B6D3-EE83C9CCA430}"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Id Badge"/>
        </a:ext>
      </dgm:extLst>
    </dgm:pt>
    <dgm:pt modelId="{41F9A0A7-3CE9-4836-B31B-FA476C104871}" type="pres">
      <dgm:prSet presAssocID="{1571903D-2BBD-4AE4-B6D3-EE83C9CCA430}" presName="iconSpace" presStyleCnt="0"/>
      <dgm:spPr/>
    </dgm:pt>
    <dgm:pt modelId="{4B4EF60C-39A9-4CCC-A470-9113E3FCAEF0}" type="pres">
      <dgm:prSet presAssocID="{1571903D-2BBD-4AE4-B6D3-EE83C9CCA430}" presName="parTx" presStyleLbl="revTx" presStyleIdx="0" presStyleCnt="10">
        <dgm:presLayoutVars>
          <dgm:chMax val="0"/>
          <dgm:chPref val="0"/>
        </dgm:presLayoutVars>
      </dgm:prSet>
      <dgm:spPr/>
    </dgm:pt>
    <dgm:pt modelId="{CED97F37-7B60-4B7A-98D9-97F7D9F23318}" type="pres">
      <dgm:prSet presAssocID="{1571903D-2BBD-4AE4-B6D3-EE83C9CCA430}" presName="txSpace" presStyleCnt="0"/>
      <dgm:spPr/>
    </dgm:pt>
    <dgm:pt modelId="{59605EAE-5EAC-43A4-8CD1-58FD33EE2D43}" type="pres">
      <dgm:prSet presAssocID="{1571903D-2BBD-4AE4-B6D3-EE83C9CCA430}" presName="desTx" presStyleLbl="revTx" presStyleIdx="1" presStyleCnt="10">
        <dgm:presLayoutVars/>
      </dgm:prSet>
      <dgm:spPr/>
    </dgm:pt>
    <dgm:pt modelId="{3EF11BE3-43EC-4E1A-A003-2450AF035A06}" type="pres">
      <dgm:prSet presAssocID="{418D0D52-9812-415B-B744-14B2D6DC1B24}" presName="sibTrans" presStyleCnt="0"/>
      <dgm:spPr/>
    </dgm:pt>
    <dgm:pt modelId="{6015A0B0-9362-481C-BE2B-DFF498AB1E3D}" type="pres">
      <dgm:prSet presAssocID="{E69C9D2E-C09C-4CA3-93A5-76D890637918}" presName="compNode" presStyleCnt="0"/>
      <dgm:spPr/>
    </dgm:pt>
    <dgm:pt modelId="{2699C6D6-EB28-44CA-B0DA-91E62C1FB308}" type="pres">
      <dgm:prSet presAssocID="{E69C9D2E-C09C-4CA3-93A5-76D890637918}"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Education"/>
        </a:ext>
      </dgm:extLst>
    </dgm:pt>
    <dgm:pt modelId="{369D3FF8-83FF-4ED1-BC81-1F27CC325208}" type="pres">
      <dgm:prSet presAssocID="{E69C9D2E-C09C-4CA3-93A5-76D890637918}" presName="iconSpace" presStyleCnt="0"/>
      <dgm:spPr/>
    </dgm:pt>
    <dgm:pt modelId="{F63CB885-E35A-4D34-9AC3-A71650506B53}" type="pres">
      <dgm:prSet presAssocID="{E69C9D2E-C09C-4CA3-93A5-76D890637918}" presName="parTx" presStyleLbl="revTx" presStyleIdx="2" presStyleCnt="10">
        <dgm:presLayoutVars>
          <dgm:chMax val="0"/>
          <dgm:chPref val="0"/>
        </dgm:presLayoutVars>
      </dgm:prSet>
      <dgm:spPr/>
    </dgm:pt>
    <dgm:pt modelId="{41AA500D-E9DE-4A55-B26D-12C6D7CA80F3}" type="pres">
      <dgm:prSet presAssocID="{E69C9D2E-C09C-4CA3-93A5-76D890637918}" presName="txSpace" presStyleCnt="0"/>
      <dgm:spPr/>
    </dgm:pt>
    <dgm:pt modelId="{63FD8646-871B-49C9-A92A-FB419E11B977}" type="pres">
      <dgm:prSet presAssocID="{E69C9D2E-C09C-4CA3-93A5-76D890637918}" presName="desTx" presStyleLbl="revTx" presStyleIdx="3" presStyleCnt="10">
        <dgm:presLayoutVars/>
      </dgm:prSet>
      <dgm:spPr/>
    </dgm:pt>
    <dgm:pt modelId="{AB2B375D-0ABE-4D2E-9395-055CBB762947}" type="pres">
      <dgm:prSet presAssocID="{CBEA30BD-29D2-4D95-A5E2-12AAD7423171}" presName="sibTrans" presStyleCnt="0"/>
      <dgm:spPr/>
    </dgm:pt>
    <dgm:pt modelId="{3FA48D6E-FDBB-4EED-BA45-CBD3FF022E6A}" type="pres">
      <dgm:prSet presAssocID="{F941F994-3C44-4572-A516-055927C1E1BD}" presName="compNode" presStyleCnt="0"/>
      <dgm:spPr/>
    </dgm:pt>
    <dgm:pt modelId="{BE414834-C68E-440C-8291-0AFE90E23F81}" type="pres">
      <dgm:prSet presAssocID="{F941F994-3C44-4572-A516-055927C1E1BD}"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ictionary Remove"/>
        </a:ext>
      </dgm:extLst>
    </dgm:pt>
    <dgm:pt modelId="{A125E546-272A-4199-B13B-783B4CA68484}" type="pres">
      <dgm:prSet presAssocID="{F941F994-3C44-4572-A516-055927C1E1BD}" presName="iconSpace" presStyleCnt="0"/>
      <dgm:spPr/>
    </dgm:pt>
    <dgm:pt modelId="{7F452DA0-655F-4904-B0BC-AD9683245B09}" type="pres">
      <dgm:prSet presAssocID="{F941F994-3C44-4572-A516-055927C1E1BD}" presName="parTx" presStyleLbl="revTx" presStyleIdx="4" presStyleCnt="10">
        <dgm:presLayoutVars>
          <dgm:chMax val="0"/>
          <dgm:chPref val="0"/>
        </dgm:presLayoutVars>
      </dgm:prSet>
      <dgm:spPr/>
    </dgm:pt>
    <dgm:pt modelId="{655EFDB3-E4F0-460E-BCC6-CBD67B094E63}" type="pres">
      <dgm:prSet presAssocID="{F941F994-3C44-4572-A516-055927C1E1BD}" presName="txSpace" presStyleCnt="0"/>
      <dgm:spPr/>
    </dgm:pt>
    <dgm:pt modelId="{5DC10870-418B-4620-AF5F-C1F1231E2868}" type="pres">
      <dgm:prSet presAssocID="{F941F994-3C44-4572-A516-055927C1E1BD}" presName="desTx" presStyleLbl="revTx" presStyleIdx="5" presStyleCnt="10">
        <dgm:presLayoutVars/>
      </dgm:prSet>
      <dgm:spPr/>
    </dgm:pt>
    <dgm:pt modelId="{A8604987-903A-410C-B318-D85592D01414}" type="pres">
      <dgm:prSet presAssocID="{DA21A3D9-C110-4882-BC89-7928053230A2}" presName="sibTrans" presStyleCnt="0"/>
      <dgm:spPr/>
    </dgm:pt>
    <dgm:pt modelId="{093CA792-486C-4789-BD30-676A0700BA0C}" type="pres">
      <dgm:prSet presAssocID="{631D38AF-A4FF-4520-8862-0B722E63CF0C}" presName="compNode" presStyleCnt="0"/>
      <dgm:spPr/>
    </dgm:pt>
    <dgm:pt modelId="{FC9266AB-2E3B-4D3C-A3FB-34BA36D71B37}" type="pres">
      <dgm:prSet presAssocID="{631D38AF-A4FF-4520-8862-0B722E63CF0C}"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Family"/>
        </a:ext>
      </dgm:extLst>
    </dgm:pt>
    <dgm:pt modelId="{9ADFB2B4-E0C8-44B8-AF75-5A9EBA01E11F}" type="pres">
      <dgm:prSet presAssocID="{631D38AF-A4FF-4520-8862-0B722E63CF0C}" presName="iconSpace" presStyleCnt="0"/>
      <dgm:spPr/>
    </dgm:pt>
    <dgm:pt modelId="{3372DA6F-C467-41D7-9EE0-853FBA891181}" type="pres">
      <dgm:prSet presAssocID="{631D38AF-A4FF-4520-8862-0B722E63CF0C}" presName="parTx" presStyleLbl="revTx" presStyleIdx="6" presStyleCnt="10">
        <dgm:presLayoutVars>
          <dgm:chMax val="0"/>
          <dgm:chPref val="0"/>
        </dgm:presLayoutVars>
      </dgm:prSet>
      <dgm:spPr/>
    </dgm:pt>
    <dgm:pt modelId="{501D22A9-2821-4DC3-80D2-5A4B6FA9A27F}" type="pres">
      <dgm:prSet presAssocID="{631D38AF-A4FF-4520-8862-0B722E63CF0C}" presName="txSpace" presStyleCnt="0"/>
      <dgm:spPr/>
    </dgm:pt>
    <dgm:pt modelId="{80C2D21D-EA02-42E2-8091-F779B8951982}" type="pres">
      <dgm:prSet presAssocID="{631D38AF-A4FF-4520-8862-0B722E63CF0C}" presName="desTx" presStyleLbl="revTx" presStyleIdx="7" presStyleCnt="10">
        <dgm:presLayoutVars/>
      </dgm:prSet>
      <dgm:spPr/>
    </dgm:pt>
    <dgm:pt modelId="{6E96EBAE-D582-458E-AA09-62681D94EBDC}" type="pres">
      <dgm:prSet presAssocID="{ED21D3DE-5E80-46B6-847A-55EC9720F668}" presName="sibTrans" presStyleCnt="0"/>
      <dgm:spPr/>
    </dgm:pt>
    <dgm:pt modelId="{C03D44D5-CDEF-4610-8E23-834009BDF8E4}" type="pres">
      <dgm:prSet presAssocID="{2A3DFDD7-CD17-4DDB-B827-2FDB96F05629}" presName="compNode" presStyleCnt="0"/>
      <dgm:spPr/>
    </dgm:pt>
    <dgm:pt modelId="{21C12F51-45A8-4B65-8D82-EE619367054E}" type="pres">
      <dgm:prSet presAssocID="{2A3DFDD7-CD17-4DDB-B827-2FDB96F05629}"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hat"/>
        </a:ext>
      </dgm:extLst>
    </dgm:pt>
    <dgm:pt modelId="{EED26BEE-5295-4C8C-A206-8D21D437F660}" type="pres">
      <dgm:prSet presAssocID="{2A3DFDD7-CD17-4DDB-B827-2FDB96F05629}" presName="iconSpace" presStyleCnt="0"/>
      <dgm:spPr/>
    </dgm:pt>
    <dgm:pt modelId="{D8631938-E35B-49CA-999A-71A82EE481DA}" type="pres">
      <dgm:prSet presAssocID="{2A3DFDD7-CD17-4DDB-B827-2FDB96F05629}" presName="parTx" presStyleLbl="revTx" presStyleIdx="8" presStyleCnt="10">
        <dgm:presLayoutVars>
          <dgm:chMax val="0"/>
          <dgm:chPref val="0"/>
        </dgm:presLayoutVars>
      </dgm:prSet>
      <dgm:spPr/>
    </dgm:pt>
    <dgm:pt modelId="{C2B687C4-2A43-4545-A444-9B743124C3C0}" type="pres">
      <dgm:prSet presAssocID="{2A3DFDD7-CD17-4DDB-B827-2FDB96F05629}" presName="txSpace" presStyleCnt="0"/>
      <dgm:spPr/>
    </dgm:pt>
    <dgm:pt modelId="{4621AC8C-AAED-420F-B2A8-A311B43C364D}" type="pres">
      <dgm:prSet presAssocID="{2A3DFDD7-CD17-4DDB-B827-2FDB96F05629}" presName="desTx" presStyleLbl="revTx" presStyleIdx="9" presStyleCnt="10">
        <dgm:presLayoutVars/>
      </dgm:prSet>
      <dgm:spPr/>
    </dgm:pt>
  </dgm:ptLst>
  <dgm:cxnLst>
    <dgm:cxn modelId="{9374CE2F-02A5-494F-8222-AEE1E89F5347}" type="presOf" srcId="{631D38AF-A4FF-4520-8862-0B722E63CF0C}" destId="{3372DA6F-C467-41D7-9EE0-853FBA891181}" srcOrd="0" destOrd="0" presId="urn:microsoft.com/office/officeart/2018/2/layout/IconLabelDescriptionList"/>
    <dgm:cxn modelId="{24EFEB3E-384F-4C28-A405-01068380734E}" srcId="{A44B6578-C9BE-4643-8D21-E336B0859B38}" destId="{E69C9D2E-C09C-4CA3-93A5-76D890637918}" srcOrd="1" destOrd="0" parTransId="{F22A43B3-D850-42A5-9DE9-BAEBCEA83E54}" sibTransId="{CBEA30BD-29D2-4D95-A5E2-12AAD7423171}"/>
    <dgm:cxn modelId="{36DF063F-0E8F-4BB6-B4EB-D185418F8B0A}" type="presOf" srcId="{F941F994-3C44-4572-A516-055927C1E1BD}" destId="{7F452DA0-655F-4904-B0BC-AD9683245B09}" srcOrd="0" destOrd="0" presId="urn:microsoft.com/office/officeart/2018/2/layout/IconLabelDescriptionList"/>
    <dgm:cxn modelId="{BD9A2840-3D58-42C4-91BB-2626706C230E}" type="presOf" srcId="{2A3DFDD7-CD17-4DDB-B827-2FDB96F05629}" destId="{D8631938-E35B-49CA-999A-71A82EE481DA}" srcOrd="0" destOrd="0" presId="urn:microsoft.com/office/officeart/2018/2/layout/IconLabelDescriptionList"/>
    <dgm:cxn modelId="{11FB3D5D-7762-472A-AD12-55F7DBCCF764}" srcId="{A44B6578-C9BE-4643-8D21-E336B0859B38}" destId="{F941F994-3C44-4572-A516-055927C1E1BD}" srcOrd="2" destOrd="0" parTransId="{0BE44045-72E0-4602-B400-A9F021C69B39}" sibTransId="{DA21A3D9-C110-4882-BC89-7928053230A2}"/>
    <dgm:cxn modelId="{93291667-84E0-4E76-86E5-9B68F9FF9FD6}" srcId="{A44B6578-C9BE-4643-8D21-E336B0859B38}" destId="{2A3DFDD7-CD17-4DDB-B827-2FDB96F05629}" srcOrd="4" destOrd="0" parTransId="{21AE33D3-19B9-4447-97A1-5A39E946749F}" sibTransId="{BB2A3DF2-CAA4-4B49-B81D-6460D1A07849}"/>
    <dgm:cxn modelId="{1606A6A2-21D8-4030-AD5A-852B3667520B}" type="presOf" srcId="{D31764AF-606B-497B-8168-22E79396B0B9}" destId="{5DC10870-418B-4620-AF5F-C1F1231E2868}" srcOrd="0" destOrd="0" presId="urn:microsoft.com/office/officeart/2018/2/layout/IconLabelDescriptionList"/>
    <dgm:cxn modelId="{CFA4E3AB-6002-4053-9583-7403AE6D6276}" srcId="{F941F994-3C44-4572-A516-055927C1E1BD}" destId="{D31764AF-606B-497B-8168-22E79396B0B9}" srcOrd="0" destOrd="0" parTransId="{A92BAF11-3149-4523-B261-6C0DA86DF5AA}" sibTransId="{794C2B66-203B-4AF9-9F37-2E92CA363432}"/>
    <dgm:cxn modelId="{F0645DBE-1EBE-4F46-B06F-5AA011E4AB2F}" srcId="{A44B6578-C9BE-4643-8D21-E336B0859B38}" destId="{1571903D-2BBD-4AE4-B6D3-EE83C9CCA430}" srcOrd="0" destOrd="0" parTransId="{CDC9C325-0FAF-47A6-BB2D-682C4CAC0B3B}" sibTransId="{418D0D52-9812-415B-B744-14B2D6DC1B24}"/>
    <dgm:cxn modelId="{008220DE-8F41-4F45-9B50-161886557E77}" type="presOf" srcId="{1571903D-2BBD-4AE4-B6D3-EE83C9CCA430}" destId="{4B4EF60C-39A9-4CCC-A470-9113E3FCAEF0}" srcOrd="0" destOrd="0" presId="urn:microsoft.com/office/officeart/2018/2/layout/IconLabelDescriptionList"/>
    <dgm:cxn modelId="{FADA2CE1-88CC-4A7F-9505-0763F86D92B1}" type="presOf" srcId="{E69C9D2E-C09C-4CA3-93A5-76D890637918}" destId="{F63CB885-E35A-4D34-9AC3-A71650506B53}" srcOrd="0" destOrd="0" presId="urn:microsoft.com/office/officeart/2018/2/layout/IconLabelDescriptionList"/>
    <dgm:cxn modelId="{F9D394F2-0C2A-4631-8902-F6EAA9092A93}" type="presOf" srcId="{A44B6578-C9BE-4643-8D21-E336B0859B38}" destId="{A6F0E1F9-AA5E-4FB2-B144-996557C2BE6E}" srcOrd="0" destOrd="0" presId="urn:microsoft.com/office/officeart/2018/2/layout/IconLabelDescriptionList"/>
    <dgm:cxn modelId="{C1DCA0FB-CCDE-44C0-8385-AFA7001317EE}" srcId="{A44B6578-C9BE-4643-8D21-E336B0859B38}" destId="{631D38AF-A4FF-4520-8862-0B722E63CF0C}" srcOrd="3" destOrd="0" parTransId="{3124EB75-8BE2-41DE-8766-3C11BBF2D087}" sibTransId="{ED21D3DE-5E80-46B6-847A-55EC9720F668}"/>
    <dgm:cxn modelId="{14594660-5C7A-4004-95B3-2E428B2AF45E}" type="presParOf" srcId="{A6F0E1F9-AA5E-4FB2-B144-996557C2BE6E}" destId="{9C0B876C-92A1-4813-BEE9-398A2E04D1F1}" srcOrd="0" destOrd="0" presId="urn:microsoft.com/office/officeart/2018/2/layout/IconLabelDescriptionList"/>
    <dgm:cxn modelId="{18AB664F-E5F1-4C56-BEE1-A828586F1CF7}" type="presParOf" srcId="{9C0B876C-92A1-4813-BEE9-398A2E04D1F1}" destId="{926209DE-6454-4DE7-A4E5-49C5EAC559B6}" srcOrd="0" destOrd="0" presId="urn:microsoft.com/office/officeart/2018/2/layout/IconLabelDescriptionList"/>
    <dgm:cxn modelId="{52CE830D-0256-406F-A1C8-7C26A7BBB62C}" type="presParOf" srcId="{9C0B876C-92A1-4813-BEE9-398A2E04D1F1}" destId="{41F9A0A7-3CE9-4836-B31B-FA476C104871}" srcOrd="1" destOrd="0" presId="urn:microsoft.com/office/officeart/2018/2/layout/IconLabelDescriptionList"/>
    <dgm:cxn modelId="{20F72916-1940-4D65-9A11-E600F084069B}" type="presParOf" srcId="{9C0B876C-92A1-4813-BEE9-398A2E04D1F1}" destId="{4B4EF60C-39A9-4CCC-A470-9113E3FCAEF0}" srcOrd="2" destOrd="0" presId="urn:microsoft.com/office/officeart/2018/2/layout/IconLabelDescriptionList"/>
    <dgm:cxn modelId="{377C5D0C-10ED-412B-B34C-AA61CBFFD6C0}" type="presParOf" srcId="{9C0B876C-92A1-4813-BEE9-398A2E04D1F1}" destId="{CED97F37-7B60-4B7A-98D9-97F7D9F23318}" srcOrd="3" destOrd="0" presId="urn:microsoft.com/office/officeart/2018/2/layout/IconLabelDescriptionList"/>
    <dgm:cxn modelId="{42153DD0-D5F4-4507-B57D-028A228AAAFC}" type="presParOf" srcId="{9C0B876C-92A1-4813-BEE9-398A2E04D1F1}" destId="{59605EAE-5EAC-43A4-8CD1-58FD33EE2D43}" srcOrd="4" destOrd="0" presId="urn:microsoft.com/office/officeart/2018/2/layout/IconLabelDescriptionList"/>
    <dgm:cxn modelId="{E209E5C6-49A1-4929-88AB-EAF398E43B48}" type="presParOf" srcId="{A6F0E1F9-AA5E-4FB2-B144-996557C2BE6E}" destId="{3EF11BE3-43EC-4E1A-A003-2450AF035A06}" srcOrd="1" destOrd="0" presId="urn:microsoft.com/office/officeart/2018/2/layout/IconLabelDescriptionList"/>
    <dgm:cxn modelId="{A974381B-5CC9-4053-887E-F0DF17EC7A98}" type="presParOf" srcId="{A6F0E1F9-AA5E-4FB2-B144-996557C2BE6E}" destId="{6015A0B0-9362-481C-BE2B-DFF498AB1E3D}" srcOrd="2" destOrd="0" presId="urn:microsoft.com/office/officeart/2018/2/layout/IconLabelDescriptionList"/>
    <dgm:cxn modelId="{CF86C721-7DAC-4E66-A1CF-59C3A42B2087}" type="presParOf" srcId="{6015A0B0-9362-481C-BE2B-DFF498AB1E3D}" destId="{2699C6D6-EB28-44CA-B0DA-91E62C1FB308}" srcOrd="0" destOrd="0" presId="urn:microsoft.com/office/officeart/2018/2/layout/IconLabelDescriptionList"/>
    <dgm:cxn modelId="{EF6135D5-E817-4BA4-999E-3C5DD3A7B8B4}" type="presParOf" srcId="{6015A0B0-9362-481C-BE2B-DFF498AB1E3D}" destId="{369D3FF8-83FF-4ED1-BC81-1F27CC325208}" srcOrd="1" destOrd="0" presId="urn:microsoft.com/office/officeart/2018/2/layout/IconLabelDescriptionList"/>
    <dgm:cxn modelId="{94D7AC60-6605-4D61-9AE9-B9D119932B12}" type="presParOf" srcId="{6015A0B0-9362-481C-BE2B-DFF498AB1E3D}" destId="{F63CB885-E35A-4D34-9AC3-A71650506B53}" srcOrd="2" destOrd="0" presId="urn:microsoft.com/office/officeart/2018/2/layout/IconLabelDescriptionList"/>
    <dgm:cxn modelId="{C2F68312-4FC3-4126-85E4-5E55FA1A50D9}" type="presParOf" srcId="{6015A0B0-9362-481C-BE2B-DFF498AB1E3D}" destId="{41AA500D-E9DE-4A55-B26D-12C6D7CA80F3}" srcOrd="3" destOrd="0" presId="urn:microsoft.com/office/officeart/2018/2/layout/IconLabelDescriptionList"/>
    <dgm:cxn modelId="{795B3A05-A09C-4C55-BFB3-9F3649FB6E4C}" type="presParOf" srcId="{6015A0B0-9362-481C-BE2B-DFF498AB1E3D}" destId="{63FD8646-871B-49C9-A92A-FB419E11B977}" srcOrd="4" destOrd="0" presId="urn:microsoft.com/office/officeart/2018/2/layout/IconLabelDescriptionList"/>
    <dgm:cxn modelId="{171BEC61-DC79-43B0-9CCB-170F9C559726}" type="presParOf" srcId="{A6F0E1F9-AA5E-4FB2-B144-996557C2BE6E}" destId="{AB2B375D-0ABE-4D2E-9395-055CBB762947}" srcOrd="3" destOrd="0" presId="urn:microsoft.com/office/officeart/2018/2/layout/IconLabelDescriptionList"/>
    <dgm:cxn modelId="{9B7A139D-D756-4388-9911-64D06AA225BB}" type="presParOf" srcId="{A6F0E1F9-AA5E-4FB2-B144-996557C2BE6E}" destId="{3FA48D6E-FDBB-4EED-BA45-CBD3FF022E6A}" srcOrd="4" destOrd="0" presId="urn:microsoft.com/office/officeart/2018/2/layout/IconLabelDescriptionList"/>
    <dgm:cxn modelId="{E53EEF8E-49B5-4911-B331-BB5034681ADA}" type="presParOf" srcId="{3FA48D6E-FDBB-4EED-BA45-CBD3FF022E6A}" destId="{BE414834-C68E-440C-8291-0AFE90E23F81}" srcOrd="0" destOrd="0" presId="urn:microsoft.com/office/officeart/2018/2/layout/IconLabelDescriptionList"/>
    <dgm:cxn modelId="{CA3019F5-5BDA-4285-8469-E53358B45D7D}" type="presParOf" srcId="{3FA48D6E-FDBB-4EED-BA45-CBD3FF022E6A}" destId="{A125E546-272A-4199-B13B-783B4CA68484}" srcOrd="1" destOrd="0" presId="urn:microsoft.com/office/officeart/2018/2/layout/IconLabelDescriptionList"/>
    <dgm:cxn modelId="{98985501-4901-4AB3-9234-BCEE9D51FC3F}" type="presParOf" srcId="{3FA48D6E-FDBB-4EED-BA45-CBD3FF022E6A}" destId="{7F452DA0-655F-4904-B0BC-AD9683245B09}" srcOrd="2" destOrd="0" presId="urn:microsoft.com/office/officeart/2018/2/layout/IconLabelDescriptionList"/>
    <dgm:cxn modelId="{E40380DA-9A68-48C6-AD3D-CB0C3C6693A4}" type="presParOf" srcId="{3FA48D6E-FDBB-4EED-BA45-CBD3FF022E6A}" destId="{655EFDB3-E4F0-460E-BCC6-CBD67B094E63}" srcOrd="3" destOrd="0" presId="urn:microsoft.com/office/officeart/2018/2/layout/IconLabelDescriptionList"/>
    <dgm:cxn modelId="{5D7F6BC0-9BA2-4737-835C-282AB044DC59}" type="presParOf" srcId="{3FA48D6E-FDBB-4EED-BA45-CBD3FF022E6A}" destId="{5DC10870-418B-4620-AF5F-C1F1231E2868}" srcOrd="4" destOrd="0" presId="urn:microsoft.com/office/officeart/2018/2/layout/IconLabelDescriptionList"/>
    <dgm:cxn modelId="{97FEEBD6-0E5B-4677-8C23-38A832049F13}" type="presParOf" srcId="{A6F0E1F9-AA5E-4FB2-B144-996557C2BE6E}" destId="{A8604987-903A-410C-B318-D85592D01414}" srcOrd="5" destOrd="0" presId="urn:microsoft.com/office/officeart/2018/2/layout/IconLabelDescriptionList"/>
    <dgm:cxn modelId="{1C5F628C-134D-457A-A7C1-DF991458A657}" type="presParOf" srcId="{A6F0E1F9-AA5E-4FB2-B144-996557C2BE6E}" destId="{093CA792-486C-4789-BD30-676A0700BA0C}" srcOrd="6" destOrd="0" presId="urn:microsoft.com/office/officeart/2018/2/layout/IconLabelDescriptionList"/>
    <dgm:cxn modelId="{ADF1FDB0-96D1-483C-99B9-81285B5C350A}" type="presParOf" srcId="{093CA792-486C-4789-BD30-676A0700BA0C}" destId="{FC9266AB-2E3B-4D3C-A3FB-34BA36D71B37}" srcOrd="0" destOrd="0" presId="urn:microsoft.com/office/officeart/2018/2/layout/IconLabelDescriptionList"/>
    <dgm:cxn modelId="{B2B1CC54-4B1F-435D-80ED-9968350D021B}" type="presParOf" srcId="{093CA792-486C-4789-BD30-676A0700BA0C}" destId="{9ADFB2B4-E0C8-44B8-AF75-5A9EBA01E11F}" srcOrd="1" destOrd="0" presId="urn:microsoft.com/office/officeart/2018/2/layout/IconLabelDescriptionList"/>
    <dgm:cxn modelId="{6E49DAEF-D5F2-4233-8DB0-D8C35CFB57A0}" type="presParOf" srcId="{093CA792-486C-4789-BD30-676A0700BA0C}" destId="{3372DA6F-C467-41D7-9EE0-853FBA891181}" srcOrd="2" destOrd="0" presId="urn:microsoft.com/office/officeart/2018/2/layout/IconLabelDescriptionList"/>
    <dgm:cxn modelId="{167BD47D-95DC-4A48-890D-785003245520}" type="presParOf" srcId="{093CA792-486C-4789-BD30-676A0700BA0C}" destId="{501D22A9-2821-4DC3-80D2-5A4B6FA9A27F}" srcOrd="3" destOrd="0" presId="urn:microsoft.com/office/officeart/2018/2/layout/IconLabelDescriptionList"/>
    <dgm:cxn modelId="{0F5A7235-C723-404C-AF20-44ECD7FA9D9D}" type="presParOf" srcId="{093CA792-486C-4789-BD30-676A0700BA0C}" destId="{80C2D21D-EA02-42E2-8091-F779B8951982}" srcOrd="4" destOrd="0" presId="urn:microsoft.com/office/officeart/2018/2/layout/IconLabelDescriptionList"/>
    <dgm:cxn modelId="{C13C2522-D583-43BD-A7D4-C28564ACC691}" type="presParOf" srcId="{A6F0E1F9-AA5E-4FB2-B144-996557C2BE6E}" destId="{6E96EBAE-D582-458E-AA09-62681D94EBDC}" srcOrd="7" destOrd="0" presId="urn:microsoft.com/office/officeart/2018/2/layout/IconLabelDescriptionList"/>
    <dgm:cxn modelId="{F97572EB-D5EC-41B7-964B-5E8308770C77}" type="presParOf" srcId="{A6F0E1F9-AA5E-4FB2-B144-996557C2BE6E}" destId="{C03D44D5-CDEF-4610-8E23-834009BDF8E4}" srcOrd="8" destOrd="0" presId="urn:microsoft.com/office/officeart/2018/2/layout/IconLabelDescriptionList"/>
    <dgm:cxn modelId="{0C54B896-F4C9-4237-BC59-6FF5BE04DF92}" type="presParOf" srcId="{C03D44D5-CDEF-4610-8E23-834009BDF8E4}" destId="{21C12F51-45A8-4B65-8D82-EE619367054E}" srcOrd="0" destOrd="0" presId="urn:microsoft.com/office/officeart/2018/2/layout/IconLabelDescriptionList"/>
    <dgm:cxn modelId="{456DD27A-331D-40F5-A016-C1772720B11A}" type="presParOf" srcId="{C03D44D5-CDEF-4610-8E23-834009BDF8E4}" destId="{EED26BEE-5295-4C8C-A206-8D21D437F660}" srcOrd="1" destOrd="0" presId="urn:microsoft.com/office/officeart/2018/2/layout/IconLabelDescriptionList"/>
    <dgm:cxn modelId="{0EAA9479-4F07-47F2-A5E3-75D4C40014BE}" type="presParOf" srcId="{C03D44D5-CDEF-4610-8E23-834009BDF8E4}" destId="{D8631938-E35B-49CA-999A-71A82EE481DA}" srcOrd="2" destOrd="0" presId="urn:microsoft.com/office/officeart/2018/2/layout/IconLabelDescriptionList"/>
    <dgm:cxn modelId="{6C80E8B7-6AFB-4C52-BAB5-25CDDC99F769}" type="presParOf" srcId="{C03D44D5-CDEF-4610-8E23-834009BDF8E4}" destId="{C2B687C4-2A43-4545-A444-9B743124C3C0}" srcOrd="3" destOrd="0" presId="urn:microsoft.com/office/officeart/2018/2/layout/IconLabelDescriptionList"/>
    <dgm:cxn modelId="{A08D3EB6-6164-416D-8D04-347F7F2C6908}" type="presParOf" srcId="{C03D44D5-CDEF-4610-8E23-834009BDF8E4}" destId="{4621AC8C-AAED-420F-B2A8-A311B43C364D}"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B4617C86-062F-4680-8283-CB9FC7639BAF}"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C19EB80C-BBE3-4257-9906-9E04F2B8AC65}">
      <dgm:prSet/>
      <dgm:spPr/>
      <dgm:t>
        <a:bodyPr/>
        <a:lstStyle/>
        <a:p>
          <a:r>
            <a:rPr lang="en-US"/>
            <a:t>During the evaluation and/or annual planning process, the parents receive the Notice of Parental Rights for Gifted Students. </a:t>
          </a:r>
        </a:p>
      </dgm:t>
    </dgm:pt>
    <dgm:pt modelId="{C2EAF7FE-FEFF-4745-AACA-092C7B722935}" type="parTrans" cxnId="{1F9C8FF8-A156-4A19-8CD7-F412122B955D}">
      <dgm:prSet/>
      <dgm:spPr/>
      <dgm:t>
        <a:bodyPr/>
        <a:lstStyle/>
        <a:p>
          <a:endParaRPr lang="en-US"/>
        </a:p>
      </dgm:t>
    </dgm:pt>
    <dgm:pt modelId="{AF884727-D4F1-405C-ADAA-C3070C351BCF}" type="sibTrans" cxnId="{1F9C8FF8-A156-4A19-8CD7-F412122B955D}">
      <dgm:prSet/>
      <dgm:spPr/>
      <dgm:t>
        <a:bodyPr/>
        <a:lstStyle/>
        <a:p>
          <a:endParaRPr lang="en-US"/>
        </a:p>
      </dgm:t>
    </dgm:pt>
    <dgm:pt modelId="{135CAF5C-CEDF-435E-B78C-C100498C8F48}">
      <dgm:prSet/>
      <dgm:spPr/>
      <dgm:t>
        <a:bodyPr/>
        <a:lstStyle/>
        <a:p>
          <a:r>
            <a:rPr lang="en-US"/>
            <a:t>If a disagreement exists between the parents and the district, the parents must note their disagreement on the Notice of Recommended Assignment (NORA) and request either mediation or due process hearing, as outlined in the Notice of Parental Rights for Gifted Students. </a:t>
          </a:r>
        </a:p>
      </dgm:t>
    </dgm:pt>
    <dgm:pt modelId="{A680E689-C874-49D5-8224-F0D162106D9A}" type="parTrans" cxnId="{E763DA1C-C63B-491E-8E53-A1586DB7DB52}">
      <dgm:prSet/>
      <dgm:spPr/>
      <dgm:t>
        <a:bodyPr/>
        <a:lstStyle/>
        <a:p>
          <a:endParaRPr lang="en-US"/>
        </a:p>
      </dgm:t>
    </dgm:pt>
    <dgm:pt modelId="{2EB51990-1151-459C-97C1-2C79F0DA5C61}" type="sibTrans" cxnId="{E763DA1C-C63B-491E-8E53-A1586DB7DB52}">
      <dgm:prSet/>
      <dgm:spPr/>
      <dgm:t>
        <a:bodyPr/>
        <a:lstStyle/>
        <a:p>
          <a:endParaRPr lang="en-US"/>
        </a:p>
      </dgm:t>
    </dgm:pt>
    <dgm:pt modelId="{2BC9AD7A-7C91-4A2D-8CF4-F1A19F0EF64C}">
      <dgm:prSet/>
      <dgm:spPr/>
      <dgm:t>
        <a:bodyPr/>
        <a:lstStyle/>
        <a:p>
          <a:r>
            <a:rPr lang="en-US"/>
            <a:t>If, after mediation, the conflict is still not resolved, or if the school district refuses to accede to a request to mediate the dispute, it may be forwarded to a due process hearing. </a:t>
          </a:r>
        </a:p>
      </dgm:t>
    </dgm:pt>
    <dgm:pt modelId="{1B4CBBFE-25A5-47C4-8409-C9AF5A8B9473}" type="parTrans" cxnId="{1072C838-F4F0-4130-90C4-5DA8A4DEE2FE}">
      <dgm:prSet/>
      <dgm:spPr/>
      <dgm:t>
        <a:bodyPr/>
        <a:lstStyle/>
        <a:p>
          <a:endParaRPr lang="en-US"/>
        </a:p>
      </dgm:t>
    </dgm:pt>
    <dgm:pt modelId="{B7FDA1DA-547B-4D59-BC28-06C86932C3E8}" type="sibTrans" cxnId="{1072C838-F4F0-4130-90C4-5DA8A4DEE2FE}">
      <dgm:prSet/>
      <dgm:spPr/>
      <dgm:t>
        <a:bodyPr/>
        <a:lstStyle/>
        <a:p>
          <a:endParaRPr lang="en-US"/>
        </a:p>
      </dgm:t>
    </dgm:pt>
    <dgm:pt modelId="{C8D19C40-0F66-4530-BA45-65EF6B9674ED}">
      <dgm:prSet/>
      <dgm:spPr/>
      <dgm:t>
        <a:bodyPr/>
        <a:lstStyle/>
        <a:p>
          <a:r>
            <a:rPr lang="en-US"/>
            <a:t>Can include a Lawyer, Expert Witness in Gifted Education, and/or an Advocate</a:t>
          </a:r>
        </a:p>
      </dgm:t>
    </dgm:pt>
    <dgm:pt modelId="{6144E32D-906B-4E63-9ED4-81E931ABB5B0}" type="parTrans" cxnId="{C5785B3E-7A1D-44D9-B898-27EF1F27E57F}">
      <dgm:prSet/>
      <dgm:spPr/>
      <dgm:t>
        <a:bodyPr/>
        <a:lstStyle/>
        <a:p>
          <a:endParaRPr lang="en-US"/>
        </a:p>
      </dgm:t>
    </dgm:pt>
    <dgm:pt modelId="{1162548D-09C9-4486-AB54-40407413A949}" type="sibTrans" cxnId="{C5785B3E-7A1D-44D9-B898-27EF1F27E57F}">
      <dgm:prSet/>
      <dgm:spPr/>
      <dgm:t>
        <a:bodyPr/>
        <a:lstStyle/>
        <a:p>
          <a:endParaRPr lang="en-US"/>
        </a:p>
      </dgm:t>
    </dgm:pt>
    <dgm:pt modelId="{198F5BA6-3D47-4B1E-A634-7CF368B2D7D2}" type="pres">
      <dgm:prSet presAssocID="{B4617C86-062F-4680-8283-CB9FC7639BAF}" presName="root" presStyleCnt="0">
        <dgm:presLayoutVars>
          <dgm:dir/>
          <dgm:resizeHandles val="exact"/>
        </dgm:presLayoutVars>
      </dgm:prSet>
      <dgm:spPr/>
    </dgm:pt>
    <dgm:pt modelId="{0941FD95-416A-48DA-9865-81F04696DC5C}" type="pres">
      <dgm:prSet presAssocID="{C19EB80C-BBE3-4257-9906-9E04F2B8AC65}" presName="compNode" presStyleCnt="0"/>
      <dgm:spPr/>
    </dgm:pt>
    <dgm:pt modelId="{51C4B5BB-10A3-4253-AD7B-100A39C95DFC}" type="pres">
      <dgm:prSet presAssocID="{C19EB80C-BBE3-4257-9906-9E04F2B8AC65}" presName="bgRect" presStyleLbl="bgShp" presStyleIdx="0" presStyleCnt="3"/>
      <dgm:spPr/>
    </dgm:pt>
    <dgm:pt modelId="{F749CC87-5E85-43D4-B86B-ACF5AD2C4327}" type="pres">
      <dgm:prSet presAssocID="{C19EB80C-BBE3-4257-9906-9E04F2B8AC65}"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assroom"/>
        </a:ext>
      </dgm:extLst>
    </dgm:pt>
    <dgm:pt modelId="{FF5221C5-C450-4457-8D65-C19BA70652E8}" type="pres">
      <dgm:prSet presAssocID="{C19EB80C-BBE3-4257-9906-9E04F2B8AC65}" presName="spaceRect" presStyleCnt="0"/>
      <dgm:spPr/>
    </dgm:pt>
    <dgm:pt modelId="{38D1E815-9501-48C1-81BA-241A0F953BB2}" type="pres">
      <dgm:prSet presAssocID="{C19EB80C-BBE3-4257-9906-9E04F2B8AC65}" presName="parTx" presStyleLbl="revTx" presStyleIdx="0" presStyleCnt="4">
        <dgm:presLayoutVars>
          <dgm:chMax val="0"/>
          <dgm:chPref val="0"/>
        </dgm:presLayoutVars>
      </dgm:prSet>
      <dgm:spPr/>
    </dgm:pt>
    <dgm:pt modelId="{115707BB-C46A-4D3F-B6E7-9CF5BE45CA42}" type="pres">
      <dgm:prSet presAssocID="{AF884727-D4F1-405C-ADAA-C3070C351BCF}" presName="sibTrans" presStyleCnt="0"/>
      <dgm:spPr/>
    </dgm:pt>
    <dgm:pt modelId="{854BDBB2-A1CB-4029-B027-A5CD022B0BED}" type="pres">
      <dgm:prSet presAssocID="{135CAF5C-CEDF-435E-B78C-C100498C8F48}" presName="compNode" presStyleCnt="0"/>
      <dgm:spPr/>
    </dgm:pt>
    <dgm:pt modelId="{17B8F675-CC31-490A-AE4B-7268A87CA7A3}" type="pres">
      <dgm:prSet presAssocID="{135CAF5C-CEDF-435E-B78C-C100498C8F48}" presName="bgRect" presStyleLbl="bgShp" presStyleIdx="1" presStyleCnt="3"/>
      <dgm:spPr/>
    </dgm:pt>
    <dgm:pt modelId="{ADA35D89-60D4-42F7-A440-5A8BDD0BFA05}" type="pres">
      <dgm:prSet presAssocID="{135CAF5C-CEDF-435E-B78C-C100498C8F48}"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Irritant"/>
        </a:ext>
      </dgm:extLst>
    </dgm:pt>
    <dgm:pt modelId="{B771CB3B-2F55-4E48-8C05-FCBDEF963971}" type="pres">
      <dgm:prSet presAssocID="{135CAF5C-CEDF-435E-B78C-C100498C8F48}" presName="spaceRect" presStyleCnt="0"/>
      <dgm:spPr/>
    </dgm:pt>
    <dgm:pt modelId="{026FF58C-9DAE-4FC5-BBF2-A9F8178E5E22}" type="pres">
      <dgm:prSet presAssocID="{135CAF5C-CEDF-435E-B78C-C100498C8F48}" presName="parTx" presStyleLbl="revTx" presStyleIdx="1" presStyleCnt="4">
        <dgm:presLayoutVars>
          <dgm:chMax val="0"/>
          <dgm:chPref val="0"/>
        </dgm:presLayoutVars>
      </dgm:prSet>
      <dgm:spPr/>
    </dgm:pt>
    <dgm:pt modelId="{B050EB7D-BFD5-48D7-BD28-CDDAF8E46076}" type="pres">
      <dgm:prSet presAssocID="{2EB51990-1151-459C-97C1-2C79F0DA5C61}" presName="sibTrans" presStyleCnt="0"/>
      <dgm:spPr/>
    </dgm:pt>
    <dgm:pt modelId="{CC1F82E2-4494-42D4-A400-56081D61346B}" type="pres">
      <dgm:prSet presAssocID="{2BC9AD7A-7C91-4A2D-8CF4-F1A19F0EF64C}" presName="compNode" presStyleCnt="0"/>
      <dgm:spPr/>
    </dgm:pt>
    <dgm:pt modelId="{A9BDBAEC-9DA0-4662-BD0F-39F7CC0E84FD}" type="pres">
      <dgm:prSet presAssocID="{2BC9AD7A-7C91-4A2D-8CF4-F1A19F0EF64C}" presName="bgRect" presStyleLbl="bgShp" presStyleIdx="2" presStyleCnt="3"/>
      <dgm:spPr/>
    </dgm:pt>
    <dgm:pt modelId="{B5B7CDB6-7B5E-43D9-8C34-360810C433C9}" type="pres">
      <dgm:prSet presAssocID="{2BC9AD7A-7C91-4A2D-8CF4-F1A19F0EF64C}"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Judge"/>
        </a:ext>
      </dgm:extLst>
    </dgm:pt>
    <dgm:pt modelId="{9D7A0D6B-0231-4253-B100-33329872C638}" type="pres">
      <dgm:prSet presAssocID="{2BC9AD7A-7C91-4A2D-8CF4-F1A19F0EF64C}" presName="spaceRect" presStyleCnt="0"/>
      <dgm:spPr/>
    </dgm:pt>
    <dgm:pt modelId="{DE8954FC-6268-4D87-9B89-D0D588311BCB}" type="pres">
      <dgm:prSet presAssocID="{2BC9AD7A-7C91-4A2D-8CF4-F1A19F0EF64C}" presName="parTx" presStyleLbl="revTx" presStyleIdx="2" presStyleCnt="4">
        <dgm:presLayoutVars>
          <dgm:chMax val="0"/>
          <dgm:chPref val="0"/>
        </dgm:presLayoutVars>
      </dgm:prSet>
      <dgm:spPr/>
    </dgm:pt>
    <dgm:pt modelId="{F7C58601-FD6D-4C9B-AB97-9AEEB840D556}" type="pres">
      <dgm:prSet presAssocID="{2BC9AD7A-7C91-4A2D-8CF4-F1A19F0EF64C}" presName="desTx" presStyleLbl="revTx" presStyleIdx="3" presStyleCnt="4">
        <dgm:presLayoutVars/>
      </dgm:prSet>
      <dgm:spPr/>
    </dgm:pt>
  </dgm:ptLst>
  <dgm:cxnLst>
    <dgm:cxn modelId="{2C747219-11C5-4972-8693-D4A1F75A064A}" type="presOf" srcId="{B4617C86-062F-4680-8283-CB9FC7639BAF}" destId="{198F5BA6-3D47-4B1E-A634-7CF368B2D7D2}" srcOrd="0" destOrd="0" presId="urn:microsoft.com/office/officeart/2018/2/layout/IconVerticalSolidList"/>
    <dgm:cxn modelId="{E763DA1C-C63B-491E-8E53-A1586DB7DB52}" srcId="{B4617C86-062F-4680-8283-CB9FC7639BAF}" destId="{135CAF5C-CEDF-435E-B78C-C100498C8F48}" srcOrd="1" destOrd="0" parTransId="{A680E689-C874-49D5-8224-F0D162106D9A}" sibTransId="{2EB51990-1151-459C-97C1-2C79F0DA5C61}"/>
    <dgm:cxn modelId="{35107536-1783-48A7-A80C-AF7BE7F59EE0}" type="presOf" srcId="{C8D19C40-0F66-4530-BA45-65EF6B9674ED}" destId="{F7C58601-FD6D-4C9B-AB97-9AEEB840D556}" srcOrd="0" destOrd="0" presId="urn:microsoft.com/office/officeart/2018/2/layout/IconVerticalSolidList"/>
    <dgm:cxn modelId="{1072C838-F4F0-4130-90C4-5DA8A4DEE2FE}" srcId="{B4617C86-062F-4680-8283-CB9FC7639BAF}" destId="{2BC9AD7A-7C91-4A2D-8CF4-F1A19F0EF64C}" srcOrd="2" destOrd="0" parTransId="{1B4CBBFE-25A5-47C4-8409-C9AF5A8B9473}" sibTransId="{B7FDA1DA-547B-4D59-BC28-06C86932C3E8}"/>
    <dgm:cxn modelId="{FFB07439-EEC1-4BE9-A8A2-752C965425D9}" type="presOf" srcId="{C19EB80C-BBE3-4257-9906-9E04F2B8AC65}" destId="{38D1E815-9501-48C1-81BA-241A0F953BB2}" srcOrd="0" destOrd="0" presId="urn:microsoft.com/office/officeart/2018/2/layout/IconVerticalSolidList"/>
    <dgm:cxn modelId="{C5785B3E-7A1D-44D9-B898-27EF1F27E57F}" srcId="{2BC9AD7A-7C91-4A2D-8CF4-F1A19F0EF64C}" destId="{C8D19C40-0F66-4530-BA45-65EF6B9674ED}" srcOrd="0" destOrd="0" parTransId="{6144E32D-906B-4E63-9ED4-81E931ABB5B0}" sibTransId="{1162548D-09C9-4486-AB54-40407413A949}"/>
    <dgm:cxn modelId="{E410C18F-285F-423C-A1F4-0D603770BD05}" type="presOf" srcId="{135CAF5C-CEDF-435E-B78C-C100498C8F48}" destId="{026FF58C-9DAE-4FC5-BBF2-A9F8178E5E22}" srcOrd="0" destOrd="0" presId="urn:microsoft.com/office/officeart/2018/2/layout/IconVerticalSolidList"/>
    <dgm:cxn modelId="{4EC3C2C6-CC83-4A29-8AD2-4CD016144021}" type="presOf" srcId="{2BC9AD7A-7C91-4A2D-8CF4-F1A19F0EF64C}" destId="{DE8954FC-6268-4D87-9B89-D0D588311BCB}" srcOrd="0" destOrd="0" presId="urn:microsoft.com/office/officeart/2018/2/layout/IconVerticalSolidList"/>
    <dgm:cxn modelId="{1F9C8FF8-A156-4A19-8CD7-F412122B955D}" srcId="{B4617C86-062F-4680-8283-CB9FC7639BAF}" destId="{C19EB80C-BBE3-4257-9906-9E04F2B8AC65}" srcOrd="0" destOrd="0" parTransId="{C2EAF7FE-FEFF-4745-AACA-092C7B722935}" sibTransId="{AF884727-D4F1-405C-ADAA-C3070C351BCF}"/>
    <dgm:cxn modelId="{E1CCBDCE-47BD-47D4-8FE5-1DC082D30529}" type="presParOf" srcId="{198F5BA6-3D47-4B1E-A634-7CF368B2D7D2}" destId="{0941FD95-416A-48DA-9865-81F04696DC5C}" srcOrd="0" destOrd="0" presId="urn:microsoft.com/office/officeart/2018/2/layout/IconVerticalSolidList"/>
    <dgm:cxn modelId="{1BDF4F80-F253-4C3D-B8C1-BCF32CC94FD7}" type="presParOf" srcId="{0941FD95-416A-48DA-9865-81F04696DC5C}" destId="{51C4B5BB-10A3-4253-AD7B-100A39C95DFC}" srcOrd="0" destOrd="0" presId="urn:microsoft.com/office/officeart/2018/2/layout/IconVerticalSolidList"/>
    <dgm:cxn modelId="{4FA42D7E-CA9E-4B94-A938-E7111A830782}" type="presParOf" srcId="{0941FD95-416A-48DA-9865-81F04696DC5C}" destId="{F749CC87-5E85-43D4-B86B-ACF5AD2C4327}" srcOrd="1" destOrd="0" presId="urn:microsoft.com/office/officeart/2018/2/layout/IconVerticalSolidList"/>
    <dgm:cxn modelId="{6113DA4A-C7D7-4448-8533-9AC39BE5CB43}" type="presParOf" srcId="{0941FD95-416A-48DA-9865-81F04696DC5C}" destId="{FF5221C5-C450-4457-8D65-C19BA70652E8}" srcOrd="2" destOrd="0" presId="urn:microsoft.com/office/officeart/2018/2/layout/IconVerticalSolidList"/>
    <dgm:cxn modelId="{2EDFB2FB-F7C2-48E5-A78E-18163142CCFB}" type="presParOf" srcId="{0941FD95-416A-48DA-9865-81F04696DC5C}" destId="{38D1E815-9501-48C1-81BA-241A0F953BB2}" srcOrd="3" destOrd="0" presId="urn:microsoft.com/office/officeart/2018/2/layout/IconVerticalSolidList"/>
    <dgm:cxn modelId="{78D567B6-65B7-40C0-ABD2-D4BA9390C4A5}" type="presParOf" srcId="{198F5BA6-3D47-4B1E-A634-7CF368B2D7D2}" destId="{115707BB-C46A-4D3F-B6E7-9CF5BE45CA42}" srcOrd="1" destOrd="0" presId="urn:microsoft.com/office/officeart/2018/2/layout/IconVerticalSolidList"/>
    <dgm:cxn modelId="{4E3F9914-CC15-4CB8-BDC0-5A916CF81A5E}" type="presParOf" srcId="{198F5BA6-3D47-4B1E-A634-7CF368B2D7D2}" destId="{854BDBB2-A1CB-4029-B027-A5CD022B0BED}" srcOrd="2" destOrd="0" presId="urn:microsoft.com/office/officeart/2018/2/layout/IconVerticalSolidList"/>
    <dgm:cxn modelId="{9C162DC8-DDF3-4791-9BDD-BD400744E15E}" type="presParOf" srcId="{854BDBB2-A1CB-4029-B027-A5CD022B0BED}" destId="{17B8F675-CC31-490A-AE4B-7268A87CA7A3}" srcOrd="0" destOrd="0" presId="urn:microsoft.com/office/officeart/2018/2/layout/IconVerticalSolidList"/>
    <dgm:cxn modelId="{A67ED816-A31F-4841-A729-1B7CCED4BACC}" type="presParOf" srcId="{854BDBB2-A1CB-4029-B027-A5CD022B0BED}" destId="{ADA35D89-60D4-42F7-A440-5A8BDD0BFA05}" srcOrd="1" destOrd="0" presId="urn:microsoft.com/office/officeart/2018/2/layout/IconVerticalSolidList"/>
    <dgm:cxn modelId="{AE602F48-F91F-4327-B644-A5D88A319A1A}" type="presParOf" srcId="{854BDBB2-A1CB-4029-B027-A5CD022B0BED}" destId="{B771CB3B-2F55-4E48-8C05-FCBDEF963971}" srcOrd="2" destOrd="0" presId="urn:microsoft.com/office/officeart/2018/2/layout/IconVerticalSolidList"/>
    <dgm:cxn modelId="{E5C4580E-28F2-4CAA-8785-F39A35DC5FC2}" type="presParOf" srcId="{854BDBB2-A1CB-4029-B027-A5CD022B0BED}" destId="{026FF58C-9DAE-4FC5-BBF2-A9F8178E5E22}" srcOrd="3" destOrd="0" presId="urn:microsoft.com/office/officeart/2018/2/layout/IconVerticalSolidList"/>
    <dgm:cxn modelId="{CCD4264C-8809-44E0-844D-9203EAC3FA3F}" type="presParOf" srcId="{198F5BA6-3D47-4B1E-A634-7CF368B2D7D2}" destId="{B050EB7D-BFD5-48D7-BD28-CDDAF8E46076}" srcOrd="3" destOrd="0" presId="urn:microsoft.com/office/officeart/2018/2/layout/IconVerticalSolidList"/>
    <dgm:cxn modelId="{D15FAE41-2C3B-437D-A3D0-A4B5B8492D88}" type="presParOf" srcId="{198F5BA6-3D47-4B1E-A634-7CF368B2D7D2}" destId="{CC1F82E2-4494-42D4-A400-56081D61346B}" srcOrd="4" destOrd="0" presId="urn:microsoft.com/office/officeart/2018/2/layout/IconVerticalSolidList"/>
    <dgm:cxn modelId="{F7A05994-12AB-43C6-B1E9-183FE0D17B70}" type="presParOf" srcId="{CC1F82E2-4494-42D4-A400-56081D61346B}" destId="{A9BDBAEC-9DA0-4662-BD0F-39F7CC0E84FD}" srcOrd="0" destOrd="0" presId="urn:microsoft.com/office/officeart/2018/2/layout/IconVerticalSolidList"/>
    <dgm:cxn modelId="{799E461D-DADC-4ED0-9B9C-50EFA493FF9C}" type="presParOf" srcId="{CC1F82E2-4494-42D4-A400-56081D61346B}" destId="{B5B7CDB6-7B5E-43D9-8C34-360810C433C9}" srcOrd="1" destOrd="0" presId="urn:microsoft.com/office/officeart/2018/2/layout/IconVerticalSolidList"/>
    <dgm:cxn modelId="{92AC8932-4BFA-4C03-B61A-8EC14A88BE94}" type="presParOf" srcId="{CC1F82E2-4494-42D4-A400-56081D61346B}" destId="{9D7A0D6B-0231-4253-B100-33329872C638}" srcOrd="2" destOrd="0" presId="urn:microsoft.com/office/officeart/2018/2/layout/IconVerticalSolidList"/>
    <dgm:cxn modelId="{A3F17C8C-67E4-4AD4-98F0-BA6100674208}" type="presParOf" srcId="{CC1F82E2-4494-42D4-A400-56081D61346B}" destId="{DE8954FC-6268-4D87-9B89-D0D588311BCB}" srcOrd="3" destOrd="0" presId="urn:microsoft.com/office/officeart/2018/2/layout/IconVerticalSolidList"/>
    <dgm:cxn modelId="{D458E787-4899-4488-AFB9-CEC57464F92F}" type="presParOf" srcId="{CC1F82E2-4494-42D4-A400-56081D61346B}" destId="{F7C58601-FD6D-4C9B-AB97-9AEEB840D556}"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B1E5320D-21B1-48DF-99C6-C07B073BDF3B}"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38B33F59-1E9B-401D-9A2D-0E38EC84DFED}">
      <dgm:prSet/>
      <dgm:spPr/>
      <dgm:t>
        <a:bodyPr/>
        <a:lstStyle/>
        <a:p>
          <a:r>
            <a:rPr lang="en-US"/>
            <a:t>1.  Document – send emails and letters, rather than leaving messages</a:t>
          </a:r>
        </a:p>
      </dgm:t>
    </dgm:pt>
    <dgm:pt modelId="{B8774C47-8B08-4BD0-AC41-D2204BA2674B}" type="parTrans" cxnId="{69A5B5B5-877A-4765-922F-314B058D8799}">
      <dgm:prSet/>
      <dgm:spPr/>
      <dgm:t>
        <a:bodyPr/>
        <a:lstStyle/>
        <a:p>
          <a:endParaRPr lang="en-US"/>
        </a:p>
      </dgm:t>
    </dgm:pt>
    <dgm:pt modelId="{28D427B6-81C1-4959-B85B-04617210C532}" type="sibTrans" cxnId="{69A5B5B5-877A-4765-922F-314B058D8799}">
      <dgm:prSet/>
      <dgm:spPr/>
      <dgm:t>
        <a:bodyPr/>
        <a:lstStyle/>
        <a:p>
          <a:endParaRPr lang="en-US"/>
        </a:p>
      </dgm:t>
    </dgm:pt>
    <dgm:pt modelId="{94E85432-53B2-45C1-A0BE-9A1BF09B1500}">
      <dgm:prSet/>
      <dgm:spPr/>
      <dgm:t>
        <a:bodyPr/>
        <a:lstStyle/>
        <a:p>
          <a:r>
            <a:rPr lang="en-US"/>
            <a:t>2.  Be clear – come in with a list of goals and information</a:t>
          </a:r>
        </a:p>
      </dgm:t>
    </dgm:pt>
    <dgm:pt modelId="{D91663BF-55D2-4285-AA8F-C772DABD35F3}" type="parTrans" cxnId="{9C7D885A-02C8-4C63-ADF7-29854F91FA3E}">
      <dgm:prSet/>
      <dgm:spPr/>
      <dgm:t>
        <a:bodyPr/>
        <a:lstStyle/>
        <a:p>
          <a:endParaRPr lang="en-US"/>
        </a:p>
      </dgm:t>
    </dgm:pt>
    <dgm:pt modelId="{E3CFA577-B0AE-45B4-AF45-F3E684F4DDBC}" type="sibTrans" cxnId="{9C7D885A-02C8-4C63-ADF7-29854F91FA3E}">
      <dgm:prSet/>
      <dgm:spPr/>
      <dgm:t>
        <a:bodyPr/>
        <a:lstStyle/>
        <a:p>
          <a:endParaRPr lang="en-US"/>
        </a:p>
      </dgm:t>
    </dgm:pt>
    <dgm:pt modelId="{3B11B259-0CD8-4353-8C92-BE178B8E5D42}">
      <dgm:prSet/>
      <dgm:spPr/>
      <dgm:t>
        <a:bodyPr/>
        <a:lstStyle/>
        <a:p>
          <a:r>
            <a:rPr lang="en-US"/>
            <a:t>3.  Be collaborative – remember, you are in this together (who is the expert in what?)</a:t>
          </a:r>
        </a:p>
      </dgm:t>
    </dgm:pt>
    <dgm:pt modelId="{068773AB-0E90-46F1-864E-8EACF50C1984}" type="parTrans" cxnId="{5DBE9FDB-3684-471D-966B-80CB4749FA1D}">
      <dgm:prSet/>
      <dgm:spPr/>
      <dgm:t>
        <a:bodyPr/>
        <a:lstStyle/>
        <a:p>
          <a:endParaRPr lang="en-US"/>
        </a:p>
      </dgm:t>
    </dgm:pt>
    <dgm:pt modelId="{83D35EF3-2CBA-42A6-8A3E-30A2E1F4C9B6}" type="sibTrans" cxnId="{5DBE9FDB-3684-471D-966B-80CB4749FA1D}">
      <dgm:prSet/>
      <dgm:spPr/>
      <dgm:t>
        <a:bodyPr/>
        <a:lstStyle/>
        <a:p>
          <a:endParaRPr lang="en-US"/>
        </a:p>
      </dgm:t>
    </dgm:pt>
    <dgm:pt modelId="{11E88BC5-4669-479A-8A95-F68409A21754}">
      <dgm:prSet/>
      <dgm:spPr/>
      <dgm:t>
        <a:bodyPr/>
        <a:lstStyle/>
        <a:p>
          <a:r>
            <a:rPr lang="en-US"/>
            <a:t>4.  Be calm – the angrier we get, the more defensive they can</a:t>
          </a:r>
        </a:p>
      </dgm:t>
    </dgm:pt>
    <dgm:pt modelId="{CE142780-A799-417E-86DB-F40D53CE8484}" type="parTrans" cxnId="{538C282D-D50B-4382-A1CF-80D0BBBFEC1A}">
      <dgm:prSet/>
      <dgm:spPr/>
      <dgm:t>
        <a:bodyPr/>
        <a:lstStyle/>
        <a:p>
          <a:endParaRPr lang="en-US"/>
        </a:p>
      </dgm:t>
    </dgm:pt>
    <dgm:pt modelId="{7BDD291E-57A2-47D5-A8CF-D9ADBDDDD23F}" type="sibTrans" cxnId="{538C282D-D50B-4382-A1CF-80D0BBBFEC1A}">
      <dgm:prSet/>
      <dgm:spPr/>
      <dgm:t>
        <a:bodyPr/>
        <a:lstStyle/>
        <a:p>
          <a:endParaRPr lang="en-US"/>
        </a:p>
      </dgm:t>
    </dgm:pt>
    <dgm:pt modelId="{6952CDE7-D0BA-4264-BB85-B6C8C1917C27}">
      <dgm:prSet/>
      <dgm:spPr/>
      <dgm:t>
        <a:bodyPr/>
        <a:lstStyle/>
        <a:p>
          <a:r>
            <a:rPr lang="en-US"/>
            <a:t>5.  Be reasonable – there is a difference between best practice and possible practice</a:t>
          </a:r>
        </a:p>
      </dgm:t>
    </dgm:pt>
    <dgm:pt modelId="{1E11427C-E132-49CC-8E6E-82EA0F9A83FF}" type="parTrans" cxnId="{48090E6A-96EB-4F06-80DA-22BD9F3CB335}">
      <dgm:prSet/>
      <dgm:spPr/>
      <dgm:t>
        <a:bodyPr/>
        <a:lstStyle/>
        <a:p>
          <a:endParaRPr lang="en-US"/>
        </a:p>
      </dgm:t>
    </dgm:pt>
    <dgm:pt modelId="{9F2D2085-60D9-49ED-8E30-3949453ABF69}" type="sibTrans" cxnId="{48090E6A-96EB-4F06-80DA-22BD9F3CB335}">
      <dgm:prSet/>
      <dgm:spPr/>
      <dgm:t>
        <a:bodyPr/>
        <a:lstStyle/>
        <a:p>
          <a:endParaRPr lang="en-US"/>
        </a:p>
      </dgm:t>
    </dgm:pt>
    <dgm:pt modelId="{A58DD96C-EEF4-4700-A151-63A8D980A2F2}">
      <dgm:prSet/>
      <dgm:spPr/>
      <dgm:t>
        <a:bodyPr/>
        <a:lstStyle/>
        <a:p>
          <a:r>
            <a:rPr lang="en-US"/>
            <a:t>6.  Be patient – you have a right to the information, and they will get it to you when they can</a:t>
          </a:r>
        </a:p>
      </dgm:t>
    </dgm:pt>
    <dgm:pt modelId="{961F5DB4-3510-4A4B-B0B6-A4EE13946ABD}" type="parTrans" cxnId="{A1F2E171-F9CA-4C22-9220-5F24DEAF3051}">
      <dgm:prSet/>
      <dgm:spPr/>
      <dgm:t>
        <a:bodyPr/>
        <a:lstStyle/>
        <a:p>
          <a:endParaRPr lang="en-US"/>
        </a:p>
      </dgm:t>
    </dgm:pt>
    <dgm:pt modelId="{B0854DDB-86DA-45FB-80EA-966CDD12C753}" type="sibTrans" cxnId="{A1F2E171-F9CA-4C22-9220-5F24DEAF3051}">
      <dgm:prSet/>
      <dgm:spPr/>
      <dgm:t>
        <a:bodyPr/>
        <a:lstStyle/>
        <a:p>
          <a:endParaRPr lang="en-US"/>
        </a:p>
      </dgm:t>
    </dgm:pt>
    <dgm:pt modelId="{0DB70748-F7A1-4528-8EFA-895C8C60169E}">
      <dgm:prSet/>
      <dgm:spPr/>
      <dgm:t>
        <a:bodyPr/>
        <a:lstStyle/>
        <a:p>
          <a:r>
            <a:rPr lang="en-US"/>
            <a:t>7.  Be informed – know your rights </a:t>
          </a:r>
        </a:p>
      </dgm:t>
    </dgm:pt>
    <dgm:pt modelId="{C4769245-6186-44A0-8C74-B4B643512032}" type="parTrans" cxnId="{AB2F59C5-07ED-4176-9C2F-6351B7AE1B68}">
      <dgm:prSet/>
      <dgm:spPr/>
      <dgm:t>
        <a:bodyPr/>
        <a:lstStyle/>
        <a:p>
          <a:endParaRPr lang="en-US"/>
        </a:p>
      </dgm:t>
    </dgm:pt>
    <dgm:pt modelId="{6A61A24C-DD61-4E34-976E-8BFC1E013809}" type="sibTrans" cxnId="{AB2F59C5-07ED-4176-9C2F-6351B7AE1B68}">
      <dgm:prSet/>
      <dgm:spPr/>
      <dgm:t>
        <a:bodyPr/>
        <a:lstStyle/>
        <a:p>
          <a:endParaRPr lang="en-US"/>
        </a:p>
      </dgm:t>
    </dgm:pt>
    <dgm:pt modelId="{C8EB82C4-C52D-4115-B5A2-98CE5ADA4A73}" type="pres">
      <dgm:prSet presAssocID="{B1E5320D-21B1-48DF-99C6-C07B073BDF3B}" presName="root" presStyleCnt="0">
        <dgm:presLayoutVars>
          <dgm:dir/>
          <dgm:resizeHandles val="exact"/>
        </dgm:presLayoutVars>
      </dgm:prSet>
      <dgm:spPr/>
    </dgm:pt>
    <dgm:pt modelId="{0F9A8BE5-DFC4-4F63-9EB1-CAE85950D7BC}" type="pres">
      <dgm:prSet presAssocID="{38B33F59-1E9B-401D-9A2D-0E38EC84DFED}" presName="compNode" presStyleCnt="0"/>
      <dgm:spPr/>
    </dgm:pt>
    <dgm:pt modelId="{A3DBF093-13DA-4D0E-A9A2-5AC913A4914A}" type="pres">
      <dgm:prSet presAssocID="{38B33F59-1E9B-401D-9A2D-0E38EC84DFED}" presName="bgRect" presStyleLbl="bgShp" presStyleIdx="0" presStyleCnt="7"/>
      <dgm:spPr/>
    </dgm:pt>
    <dgm:pt modelId="{A39EA3E4-0420-4F0B-8006-91C53F82B72D}" type="pres">
      <dgm:prSet presAssocID="{38B33F59-1E9B-401D-9A2D-0E38EC84DFED}" presName="iconRect" presStyleLbl="node1" presStyleIdx="0" presStyleCnt="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Open envelope"/>
        </a:ext>
      </dgm:extLst>
    </dgm:pt>
    <dgm:pt modelId="{3411E50C-7F1A-4C9A-9BE1-BFEB8DAA488B}" type="pres">
      <dgm:prSet presAssocID="{38B33F59-1E9B-401D-9A2D-0E38EC84DFED}" presName="spaceRect" presStyleCnt="0"/>
      <dgm:spPr/>
    </dgm:pt>
    <dgm:pt modelId="{F7353DAF-A176-4B5F-9A57-21438F300443}" type="pres">
      <dgm:prSet presAssocID="{38B33F59-1E9B-401D-9A2D-0E38EC84DFED}" presName="parTx" presStyleLbl="revTx" presStyleIdx="0" presStyleCnt="7">
        <dgm:presLayoutVars>
          <dgm:chMax val="0"/>
          <dgm:chPref val="0"/>
        </dgm:presLayoutVars>
      </dgm:prSet>
      <dgm:spPr/>
    </dgm:pt>
    <dgm:pt modelId="{460C6454-75B6-40B1-BBD4-9C79DC185879}" type="pres">
      <dgm:prSet presAssocID="{28D427B6-81C1-4959-B85B-04617210C532}" presName="sibTrans" presStyleCnt="0"/>
      <dgm:spPr/>
    </dgm:pt>
    <dgm:pt modelId="{1D8A3823-1E7A-4806-840C-D475B4BC40D0}" type="pres">
      <dgm:prSet presAssocID="{94E85432-53B2-45C1-A0BE-9A1BF09B1500}" presName="compNode" presStyleCnt="0"/>
      <dgm:spPr/>
    </dgm:pt>
    <dgm:pt modelId="{4D81363D-5181-4C9E-AFC2-9F9BD8CC1278}" type="pres">
      <dgm:prSet presAssocID="{94E85432-53B2-45C1-A0BE-9A1BF09B1500}" presName="bgRect" presStyleLbl="bgShp" presStyleIdx="1" presStyleCnt="7"/>
      <dgm:spPr/>
    </dgm:pt>
    <dgm:pt modelId="{2B36162F-0B8A-4EEF-BD0B-AD4010E2502B}" type="pres">
      <dgm:prSet presAssocID="{94E85432-53B2-45C1-A0BE-9A1BF09B1500}" presName="iconRect" presStyleLbl="node1" presStyleIdx="1" presStyleCnt="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esentation with Checklist"/>
        </a:ext>
      </dgm:extLst>
    </dgm:pt>
    <dgm:pt modelId="{E8AF2656-610F-425E-BF37-DE2525764049}" type="pres">
      <dgm:prSet presAssocID="{94E85432-53B2-45C1-A0BE-9A1BF09B1500}" presName="spaceRect" presStyleCnt="0"/>
      <dgm:spPr/>
    </dgm:pt>
    <dgm:pt modelId="{38BF31FE-A9BF-4C5F-9E6D-5C17757CA0D3}" type="pres">
      <dgm:prSet presAssocID="{94E85432-53B2-45C1-A0BE-9A1BF09B1500}" presName="parTx" presStyleLbl="revTx" presStyleIdx="1" presStyleCnt="7">
        <dgm:presLayoutVars>
          <dgm:chMax val="0"/>
          <dgm:chPref val="0"/>
        </dgm:presLayoutVars>
      </dgm:prSet>
      <dgm:spPr/>
    </dgm:pt>
    <dgm:pt modelId="{9141DFB2-0F28-4177-8A0D-9B2B95842243}" type="pres">
      <dgm:prSet presAssocID="{E3CFA577-B0AE-45B4-AF45-F3E684F4DDBC}" presName="sibTrans" presStyleCnt="0"/>
      <dgm:spPr/>
    </dgm:pt>
    <dgm:pt modelId="{7E7F3C00-2F76-4972-B1DC-029F53CFDA81}" type="pres">
      <dgm:prSet presAssocID="{3B11B259-0CD8-4353-8C92-BE178B8E5D42}" presName="compNode" presStyleCnt="0"/>
      <dgm:spPr/>
    </dgm:pt>
    <dgm:pt modelId="{14CF7DF2-D8D7-4A59-A9A2-DB017E1BDB5C}" type="pres">
      <dgm:prSet presAssocID="{3B11B259-0CD8-4353-8C92-BE178B8E5D42}" presName="bgRect" presStyleLbl="bgShp" presStyleIdx="2" presStyleCnt="7"/>
      <dgm:spPr/>
    </dgm:pt>
    <dgm:pt modelId="{E60AD040-09FE-4936-91D3-266817248154}" type="pres">
      <dgm:prSet presAssocID="{3B11B259-0CD8-4353-8C92-BE178B8E5D42}" presName="iconRect" presStyleLbl="node1" presStyleIdx="2" presStyleCnt="7"/>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keleton"/>
        </a:ext>
      </dgm:extLst>
    </dgm:pt>
    <dgm:pt modelId="{B4CEC3DD-8870-4045-8F8E-679DB62FA840}" type="pres">
      <dgm:prSet presAssocID="{3B11B259-0CD8-4353-8C92-BE178B8E5D42}" presName="spaceRect" presStyleCnt="0"/>
      <dgm:spPr/>
    </dgm:pt>
    <dgm:pt modelId="{97199DEC-6A9E-48D6-A116-D4F74ADE3027}" type="pres">
      <dgm:prSet presAssocID="{3B11B259-0CD8-4353-8C92-BE178B8E5D42}" presName="parTx" presStyleLbl="revTx" presStyleIdx="2" presStyleCnt="7">
        <dgm:presLayoutVars>
          <dgm:chMax val="0"/>
          <dgm:chPref val="0"/>
        </dgm:presLayoutVars>
      </dgm:prSet>
      <dgm:spPr/>
    </dgm:pt>
    <dgm:pt modelId="{B0309FE0-0A3B-4808-81D7-6D89A67CEBE5}" type="pres">
      <dgm:prSet presAssocID="{83D35EF3-2CBA-42A6-8A3E-30A2E1F4C9B6}" presName="sibTrans" presStyleCnt="0"/>
      <dgm:spPr/>
    </dgm:pt>
    <dgm:pt modelId="{A32A56EE-9D8C-47E9-8A4C-EAFAA41CB4E4}" type="pres">
      <dgm:prSet presAssocID="{11E88BC5-4669-479A-8A95-F68409A21754}" presName="compNode" presStyleCnt="0"/>
      <dgm:spPr/>
    </dgm:pt>
    <dgm:pt modelId="{090F3639-B574-4370-8046-51C62A573326}" type="pres">
      <dgm:prSet presAssocID="{11E88BC5-4669-479A-8A95-F68409A21754}" presName="bgRect" presStyleLbl="bgShp" presStyleIdx="3" presStyleCnt="7"/>
      <dgm:spPr/>
    </dgm:pt>
    <dgm:pt modelId="{FDC00BEC-9426-4FD1-B82C-F80B11B92FD5}" type="pres">
      <dgm:prSet presAssocID="{11E88BC5-4669-479A-8A95-F68409A21754}" presName="iconRect" presStyleLbl="node1" presStyleIdx="3" presStyleCnt="7"/>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Tongue"/>
        </a:ext>
      </dgm:extLst>
    </dgm:pt>
    <dgm:pt modelId="{AD734964-02D5-4D80-9BD3-5EDD02F70848}" type="pres">
      <dgm:prSet presAssocID="{11E88BC5-4669-479A-8A95-F68409A21754}" presName="spaceRect" presStyleCnt="0"/>
      <dgm:spPr/>
    </dgm:pt>
    <dgm:pt modelId="{85362868-7809-4439-A24B-64CFD8568668}" type="pres">
      <dgm:prSet presAssocID="{11E88BC5-4669-479A-8A95-F68409A21754}" presName="parTx" presStyleLbl="revTx" presStyleIdx="3" presStyleCnt="7">
        <dgm:presLayoutVars>
          <dgm:chMax val="0"/>
          <dgm:chPref val="0"/>
        </dgm:presLayoutVars>
      </dgm:prSet>
      <dgm:spPr/>
    </dgm:pt>
    <dgm:pt modelId="{97AED34A-CD64-4E78-A3A8-BE5DA8895950}" type="pres">
      <dgm:prSet presAssocID="{7BDD291E-57A2-47D5-A8CF-D9ADBDDDD23F}" presName="sibTrans" presStyleCnt="0"/>
      <dgm:spPr/>
    </dgm:pt>
    <dgm:pt modelId="{98A0BECD-8430-4AD0-81BB-1411EB220BD6}" type="pres">
      <dgm:prSet presAssocID="{6952CDE7-D0BA-4264-BB85-B6C8C1917C27}" presName="compNode" presStyleCnt="0"/>
      <dgm:spPr/>
    </dgm:pt>
    <dgm:pt modelId="{727A56B1-A03E-4DB3-9585-B780CCD4F1EE}" type="pres">
      <dgm:prSet presAssocID="{6952CDE7-D0BA-4264-BB85-B6C8C1917C27}" presName="bgRect" presStyleLbl="bgShp" presStyleIdx="4" presStyleCnt="7"/>
      <dgm:spPr/>
    </dgm:pt>
    <dgm:pt modelId="{BF14A042-FB29-4C4A-B7AC-48688DE2F5B9}" type="pres">
      <dgm:prSet presAssocID="{6952CDE7-D0BA-4264-BB85-B6C8C1917C27}" presName="iconRect" presStyleLbl="node1" presStyleIdx="4" presStyleCnt="7"/>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Venn Diagram"/>
        </a:ext>
      </dgm:extLst>
    </dgm:pt>
    <dgm:pt modelId="{45184F0E-C1E4-4F6F-B86C-101D10BA7280}" type="pres">
      <dgm:prSet presAssocID="{6952CDE7-D0BA-4264-BB85-B6C8C1917C27}" presName="spaceRect" presStyleCnt="0"/>
      <dgm:spPr/>
    </dgm:pt>
    <dgm:pt modelId="{19D47858-00FC-4964-912C-61EF11C9CD2F}" type="pres">
      <dgm:prSet presAssocID="{6952CDE7-D0BA-4264-BB85-B6C8C1917C27}" presName="parTx" presStyleLbl="revTx" presStyleIdx="4" presStyleCnt="7">
        <dgm:presLayoutVars>
          <dgm:chMax val="0"/>
          <dgm:chPref val="0"/>
        </dgm:presLayoutVars>
      </dgm:prSet>
      <dgm:spPr/>
    </dgm:pt>
    <dgm:pt modelId="{5F094A86-0B9A-43D6-8430-02DD9B482D26}" type="pres">
      <dgm:prSet presAssocID="{9F2D2085-60D9-49ED-8E30-3949453ABF69}" presName="sibTrans" presStyleCnt="0"/>
      <dgm:spPr/>
    </dgm:pt>
    <dgm:pt modelId="{FB7EDCE9-CA25-40ED-9D0D-B0EC26899F6C}" type="pres">
      <dgm:prSet presAssocID="{A58DD96C-EEF4-4700-A151-63A8D980A2F2}" presName="compNode" presStyleCnt="0"/>
      <dgm:spPr/>
    </dgm:pt>
    <dgm:pt modelId="{B648B3E3-5419-4396-86B5-42958B556E68}" type="pres">
      <dgm:prSet presAssocID="{A58DD96C-EEF4-4700-A151-63A8D980A2F2}" presName="bgRect" presStyleLbl="bgShp" presStyleIdx="5" presStyleCnt="7"/>
      <dgm:spPr/>
    </dgm:pt>
    <dgm:pt modelId="{E429447E-2F0D-4E75-A1B7-FDB17DAE57BE}" type="pres">
      <dgm:prSet presAssocID="{A58DD96C-EEF4-4700-A151-63A8D980A2F2}" presName="iconRect" presStyleLbl="node1" presStyleIdx="5" presStyleCnt="7"/>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Doctor"/>
        </a:ext>
      </dgm:extLst>
    </dgm:pt>
    <dgm:pt modelId="{BF761C95-8301-41C3-9D8C-6005D0788B0F}" type="pres">
      <dgm:prSet presAssocID="{A58DD96C-EEF4-4700-A151-63A8D980A2F2}" presName="spaceRect" presStyleCnt="0"/>
      <dgm:spPr/>
    </dgm:pt>
    <dgm:pt modelId="{6F77378F-C63B-4515-B7B9-6A51E78707CE}" type="pres">
      <dgm:prSet presAssocID="{A58DD96C-EEF4-4700-A151-63A8D980A2F2}" presName="parTx" presStyleLbl="revTx" presStyleIdx="5" presStyleCnt="7">
        <dgm:presLayoutVars>
          <dgm:chMax val="0"/>
          <dgm:chPref val="0"/>
        </dgm:presLayoutVars>
      </dgm:prSet>
      <dgm:spPr/>
    </dgm:pt>
    <dgm:pt modelId="{4817F034-C18D-408D-83E8-0EF2C7CE364B}" type="pres">
      <dgm:prSet presAssocID="{B0854DDB-86DA-45FB-80EA-966CDD12C753}" presName="sibTrans" presStyleCnt="0"/>
      <dgm:spPr/>
    </dgm:pt>
    <dgm:pt modelId="{C05692C5-B277-4F82-AC49-E5C028000427}" type="pres">
      <dgm:prSet presAssocID="{0DB70748-F7A1-4528-8EFA-895C8C60169E}" presName="compNode" presStyleCnt="0"/>
      <dgm:spPr/>
    </dgm:pt>
    <dgm:pt modelId="{F079C061-D225-464B-B838-749DC23ABA9F}" type="pres">
      <dgm:prSet presAssocID="{0DB70748-F7A1-4528-8EFA-895C8C60169E}" presName="bgRect" presStyleLbl="bgShp" presStyleIdx="6" presStyleCnt="7"/>
      <dgm:spPr/>
    </dgm:pt>
    <dgm:pt modelId="{3B011846-CBAD-48B2-A901-0D45453088D1}" type="pres">
      <dgm:prSet presAssocID="{0DB70748-F7A1-4528-8EFA-895C8C60169E}" presName="iconRect" presStyleLbl="node1" presStyleIdx="6" presStyleCnt="7"/>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extLst>
        <a:ext uri="{E40237B7-FDA0-4F09-8148-C483321AD2D9}">
          <dgm14:cNvPr xmlns:dgm14="http://schemas.microsoft.com/office/drawing/2010/diagram" id="0" name="" descr="Questions"/>
        </a:ext>
      </dgm:extLst>
    </dgm:pt>
    <dgm:pt modelId="{187E2565-96F0-418B-A6FE-D4BDBBCD1B94}" type="pres">
      <dgm:prSet presAssocID="{0DB70748-F7A1-4528-8EFA-895C8C60169E}" presName="spaceRect" presStyleCnt="0"/>
      <dgm:spPr/>
    </dgm:pt>
    <dgm:pt modelId="{ED38A0B3-CDFC-4614-B2A5-1E9C14C824A8}" type="pres">
      <dgm:prSet presAssocID="{0DB70748-F7A1-4528-8EFA-895C8C60169E}" presName="parTx" presStyleLbl="revTx" presStyleIdx="6" presStyleCnt="7">
        <dgm:presLayoutVars>
          <dgm:chMax val="0"/>
          <dgm:chPref val="0"/>
        </dgm:presLayoutVars>
      </dgm:prSet>
      <dgm:spPr/>
    </dgm:pt>
  </dgm:ptLst>
  <dgm:cxnLst>
    <dgm:cxn modelId="{CBADCB0A-0ABB-4696-821C-5E68A89B4AB2}" type="presOf" srcId="{B1E5320D-21B1-48DF-99C6-C07B073BDF3B}" destId="{C8EB82C4-C52D-4115-B5A2-98CE5ADA4A73}" srcOrd="0" destOrd="0" presId="urn:microsoft.com/office/officeart/2018/2/layout/IconVerticalSolidList"/>
    <dgm:cxn modelId="{8736520F-F1ED-4711-A2A1-F93820AF85DD}" type="presOf" srcId="{0DB70748-F7A1-4528-8EFA-895C8C60169E}" destId="{ED38A0B3-CDFC-4614-B2A5-1E9C14C824A8}" srcOrd="0" destOrd="0" presId="urn:microsoft.com/office/officeart/2018/2/layout/IconVerticalSolidList"/>
    <dgm:cxn modelId="{538C282D-D50B-4382-A1CF-80D0BBBFEC1A}" srcId="{B1E5320D-21B1-48DF-99C6-C07B073BDF3B}" destId="{11E88BC5-4669-479A-8A95-F68409A21754}" srcOrd="3" destOrd="0" parTransId="{CE142780-A799-417E-86DB-F40D53CE8484}" sibTransId="{7BDD291E-57A2-47D5-A8CF-D9ADBDDDD23F}"/>
    <dgm:cxn modelId="{92F7873D-A36C-4139-B967-BEEE902FE8E4}" type="presOf" srcId="{A58DD96C-EEF4-4700-A151-63A8D980A2F2}" destId="{6F77378F-C63B-4515-B7B9-6A51E78707CE}" srcOrd="0" destOrd="0" presId="urn:microsoft.com/office/officeart/2018/2/layout/IconVerticalSolidList"/>
    <dgm:cxn modelId="{D1F1DA40-B617-4A90-89AE-791B0C8E754B}" type="presOf" srcId="{94E85432-53B2-45C1-A0BE-9A1BF09B1500}" destId="{38BF31FE-A9BF-4C5F-9E6D-5C17757CA0D3}" srcOrd="0" destOrd="0" presId="urn:microsoft.com/office/officeart/2018/2/layout/IconVerticalSolidList"/>
    <dgm:cxn modelId="{BD0EB443-2F84-4748-81D1-36F94D2D555D}" type="presOf" srcId="{38B33F59-1E9B-401D-9A2D-0E38EC84DFED}" destId="{F7353DAF-A176-4B5F-9A57-21438F300443}" srcOrd="0" destOrd="0" presId="urn:microsoft.com/office/officeart/2018/2/layout/IconVerticalSolidList"/>
    <dgm:cxn modelId="{9C7D885A-02C8-4C63-ADF7-29854F91FA3E}" srcId="{B1E5320D-21B1-48DF-99C6-C07B073BDF3B}" destId="{94E85432-53B2-45C1-A0BE-9A1BF09B1500}" srcOrd="1" destOrd="0" parTransId="{D91663BF-55D2-4285-AA8F-C772DABD35F3}" sibTransId="{E3CFA577-B0AE-45B4-AF45-F3E684F4DDBC}"/>
    <dgm:cxn modelId="{48090E6A-96EB-4F06-80DA-22BD9F3CB335}" srcId="{B1E5320D-21B1-48DF-99C6-C07B073BDF3B}" destId="{6952CDE7-D0BA-4264-BB85-B6C8C1917C27}" srcOrd="4" destOrd="0" parTransId="{1E11427C-E132-49CC-8E6E-82EA0F9A83FF}" sibTransId="{9F2D2085-60D9-49ED-8E30-3949453ABF69}"/>
    <dgm:cxn modelId="{A1F2E171-F9CA-4C22-9220-5F24DEAF3051}" srcId="{B1E5320D-21B1-48DF-99C6-C07B073BDF3B}" destId="{A58DD96C-EEF4-4700-A151-63A8D980A2F2}" srcOrd="5" destOrd="0" parTransId="{961F5DB4-3510-4A4B-B0B6-A4EE13946ABD}" sibTransId="{B0854DDB-86DA-45FB-80EA-966CDD12C753}"/>
    <dgm:cxn modelId="{1C117A72-55D1-4EF8-A807-BFC7237D476C}" type="presOf" srcId="{6952CDE7-D0BA-4264-BB85-B6C8C1917C27}" destId="{19D47858-00FC-4964-912C-61EF11C9CD2F}" srcOrd="0" destOrd="0" presId="urn:microsoft.com/office/officeart/2018/2/layout/IconVerticalSolidList"/>
    <dgm:cxn modelId="{69A5B5B5-877A-4765-922F-314B058D8799}" srcId="{B1E5320D-21B1-48DF-99C6-C07B073BDF3B}" destId="{38B33F59-1E9B-401D-9A2D-0E38EC84DFED}" srcOrd="0" destOrd="0" parTransId="{B8774C47-8B08-4BD0-AC41-D2204BA2674B}" sibTransId="{28D427B6-81C1-4959-B85B-04617210C532}"/>
    <dgm:cxn modelId="{AB2F59C5-07ED-4176-9C2F-6351B7AE1B68}" srcId="{B1E5320D-21B1-48DF-99C6-C07B073BDF3B}" destId="{0DB70748-F7A1-4528-8EFA-895C8C60169E}" srcOrd="6" destOrd="0" parTransId="{C4769245-6186-44A0-8C74-B4B643512032}" sibTransId="{6A61A24C-DD61-4E34-976E-8BFC1E013809}"/>
    <dgm:cxn modelId="{AF7A05CC-ABBD-4D1E-9277-88EB3C7B3EE9}" type="presOf" srcId="{3B11B259-0CD8-4353-8C92-BE178B8E5D42}" destId="{97199DEC-6A9E-48D6-A116-D4F74ADE3027}" srcOrd="0" destOrd="0" presId="urn:microsoft.com/office/officeart/2018/2/layout/IconVerticalSolidList"/>
    <dgm:cxn modelId="{5DBE9FDB-3684-471D-966B-80CB4749FA1D}" srcId="{B1E5320D-21B1-48DF-99C6-C07B073BDF3B}" destId="{3B11B259-0CD8-4353-8C92-BE178B8E5D42}" srcOrd="2" destOrd="0" parTransId="{068773AB-0E90-46F1-864E-8EACF50C1984}" sibTransId="{83D35EF3-2CBA-42A6-8A3E-30A2E1F4C9B6}"/>
    <dgm:cxn modelId="{6E0328FE-7961-4D5F-8E3C-75DCEDA4ABDE}" type="presOf" srcId="{11E88BC5-4669-479A-8A95-F68409A21754}" destId="{85362868-7809-4439-A24B-64CFD8568668}" srcOrd="0" destOrd="0" presId="urn:microsoft.com/office/officeart/2018/2/layout/IconVerticalSolidList"/>
    <dgm:cxn modelId="{48F7BBA1-3F47-4417-AAA5-948429A180BA}" type="presParOf" srcId="{C8EB82C4-C52D-4115-B5A2-98CE5ADA4A73}" destId="{0F9A8BE5-DFC4-4F63-9EB1-CAE85950D7BC}" srcOrd="0" destOrd="0" presId="urn:microsoft.com/office/officeart/2018/2/layout/IconVerticalSolidList"/>
    <dgm:cxn modelId="{0D77FB06-6314-4562-BA28-1443009CC718}" type="presParOf" srcId="{0F9A8BE5-DFC4-4F63-9EB1-CAE85950D7BC}" destId="{A3DBF093-13DA-4D0E-A9A2-5AC913A4914A}" srcOrd="0" destOrd="0" presId="urn:microsoft.com/office/officeart/2018/2/layout/IconVerticalSolidList"/>
    <dgm:cxn modelId="{0D8396B4-81B9-4119-A6A9-02FB19490519}" type="presParOf" srcId="{0F9A8BE5-DFC4-4F63-9EB1-CAE85950D7BC}" destId="{A39EA3E4-0420-4F0B-8006-91C53F82B72D}" srcOrd="1" destOrd="0" presId="urn:microsoft.com/office/officeart/2018/2/layout/IconVerticalSolidList"/>
    <dgm:cxn modelId="{83671CAC-3C4C-4B00-A7EE-A81DD3C9FBF3}" type="presParOf" srcId="{0F9A8BE5-DFC4-4F63-9EB1-CAE85950D7BC}" destId="{3411E50C-7F1A-4C9A-9BE1-BFEB8DAA488B}" srcOrd="2" destOrd="0" presId="urn:microsoft.com/office/officeart/2018/2/layout/IconVerticalSolidList"/>
    <dgm:cxn modelId="{A4456E0E-4811-497F-8B23-E82C22911A14}" type="presParOf" srcId="{0F9A8BE5-DFC4-4F63-9EB1-CAE85950D7BC}" destId="{F7353DAF-A176-4B5F-9A57-21438F300443}" srcOrd="3" destOrd="0" presId="urn:microsoft.com/office/officeart/2018/2/layout/IconVerticalSolidList"/>
    <dgm:cxn modelId="{43308EEF-57DD-45A9-BAA7-CE09E6E55E33}" type="presParOf" srcId="{C8EB82C4-C52D-4115-B5A2-98CE5ADA4A73}" destId="{460C6454-75B6-40B1-BBD4-9C79DC185879}" srcOrd="1" destOrd="0" presId="urn:microsoft.com/office/officeart/2018/2/layout/IconVerticalSolidList"/>
    <dgm:cxn modelId="{E4AB8666-E277-425B-89FD-182793CB425B}" type="presParOf" srcId="{C8EB82C4-C52D-4115-B5A2-98CE5ADA4A73}" destId="{1D8A3823-1E7A-4806-840C-D475B4BC40D0}" srcOrd="2" destOrd="0" presId="urn:microsoft.com/office/officeart/2018/2/layout/IconVerticalSolidList"/>
    <dgm:cxn modelId="{89786DF3-BD1D-4CD7-A25C-5681F1F8D8F1}" type="presParOf" srcId="{1D8A3823-1E7A-4806-840C-D475B4BC40D0}" destId="{4D81363D-5181-4C9E-AFC2-9F9BD8CC1278}" srcOrd="0" destOrd="0" presId="urn:microsoft.com/office/officeart/2018/2/layout/IconVerticalSolidList"/>
    <dgm:cxn modelId="{8E6D7E1C-F20C-40C7-8BFE-BF2C8B9F4019}" type="presParOf" srcId="{1D8A3823-1E7A-4806-840C-D475B4BC40D0}" destId="{2B36162F-0B8A-4EEF-BD0B-AD4010E2502B}" srcOrd="1" destOrd="0" presId="urn:microsoft.com/office/officeart/2018/2/layout/IconVerticalSolidList"/>
    <dgm:cxn modelId="{AB4EA62A-CD44-4A10-A276-6A3634D71925}" type="presParOf" srcId="{1D8A3823-1E7A-4806-840C-D475B4BC40D0}" destId="{E8AF2656-610F-425E-BF37-DE2525764049}" srcOrd="2" destOrd="0" presId="urn:microsoft.com/office/officeart/2018/2/layout/IconVerticalSolidList"/>
    <dgm:cxn modelId="{8DABA60F-6812-422B-A207-23C983FF1805}" type="presParOf" srcId="{1D8A3823-1E7A-4806-840C-D475B4BC40D0}" destId="{38BF31FE-A9BF-4C5F-9E6D-5C17757CA0D3}" srcOrd="3" destOrd="0" presId="urn:microsoft.com/office/officeart/2018/2/layout/IconVerticalSolidList"/>
    <dgm:cxn modelId="{846EAD02-CE5F-48F4-A890-3E724514F733}" type="presParOf" srcId="{C8EB82C4-C52D-4115-B5A2-98CE5ADA4A73}" destId="{9141DFB2-0F28-4177-8A0D-9B2B95842243}" srcOrd="3" destOrd="0" presId="urn:microsoft.com/office/officeart/2018/2/layout/IconVerticalSolidList"/>
    <dgm:cxn modelId="{DD7189D1-B9B9-407A-985B-57A672629E74}" type="presParOf" srcId="{C8EB82C4-C52D-4115-B5A2-98CE5ADA4A73}" destId="{7E7F3C00-2F76-4972-B1DC-029F53CFDA81}" srcOrd="4" destOrd="0" presId="urn:microsoft.com/office/officeart/2018/2/layout/IconVerticalSolidList"/>
    <dgm:cxn modelId="{F55814AF-3970-47EA-B31C-82AA35B54A10}" type="presParOf" srcId="{7E7F3C00-2F76-4972-B1DC-029F53CFDA81}" destId="{14CF7DF2-D8D7-4A59-A9A2-DB017E1BDB5C}" srcOrd="0" destOrd="0" presId="urn:microsoft.com/office/officeart/2018/2/layout/IconVerticalSolidList"/>
    <dgm:cxn modelId="{4AB4585B-4BEE-45FC-975B-09E4DA8A4F00}" type="presParOf" srcId="{7E7F3C00-2F76-4972-B1DC-029F53CFDA81}" destId="{E60AD040-09FE-4936-91D3-266817248154}" srcOrd="1" destOrd="0" presId="urn:microsoft.com/office/officeart/2018/2/layout/IconVerticalSolidList"/>
    <dgm:cxn modelId="{F18E536C-733A-44DD-B7C3-E4180F5B1499}" type="presParOf" srcId="{7E7F3C00-2F76-4972-B1DC-029F53CFDA81}" destId="{B4CEC3DD-8870-4045-8F8E-679DB62FA840}" srcOrd="2" destOrd="0" presId="urn:microsoft.com/office/officeart/2018/2/layout/IconVerticalSolidList"/>
    <dgm:cxn modelId="{122BF580-C948-4C20-BFE8-FE0247BDD42E}" type="presParOf" srcId="{7E7F3C00-2F76-4972-B1DC-029F53CFDA81}" destId="{97199DEC-6A9E-48D6-A116-D4F74ADE3027}" srcOrd="3" destOrd="0" presId="urn:microsoft.com/office/officeart/2018/2/layout/IconVerticalSolidList"/>
    <dgm:cxn modelId="{18136C29-FF83-4E7A-B483-4E048C93C755}" type="presParOf" srcId="{C8EB82C4-C52D-4115-B5A2-98CE5ADA4A73}" destId="{B0309FE0-0A3B-4808-81D7-6D89A67CEBE5}" srcOrd="5" destOrd="0" presId="urn:microsoft.com/office/officeart/2018/2/layout/IconVerticalSolidList"/>
    <dgm:cxn modelId="{F3791E77-778F-4444-92E7-4BE11FE850C0}" type="presParOf" srcId="{C8EB82C4-C52D-4115-B5A2-98CE5ADA4A73}" destId="{A32A56EE-9D8C-47E9-8A4C-EAFAA41CB4E4}" srcOrd="6" destOrd="0" presId="urn:microsoft.com/office/officeart/2018/2/layout/IconVerticalSolidList"/>
    <dgm:cxn modelId="{BA4628F4-806E-48A5-B967-B5D1050CC31D}" type="presParOf" srcId="{A32A56EE-9D8C-47E9-8A4C-EAFAA41CB4E4}" destId="{090F3639-B574-4370-8046-51C62A573326}" srcOrd="0" destOrd="0" presId="urn:microsoft.com/office/officeart/2018/2/layout/IconVerticalSolidList"/>
    <dgm:cxn modelId="{4BBBB907-BB7E-4B96-9135-435CC70DBBE4}" type="presParOf" srcId="{A32A56EE-9D8C-47E9-8A4C-EAFAA41CB4E4}" destId="{FDC00BEC-9426-4FD1-B82C-F80B11B92FD5}" srcOrd="1" destOrd="0" presId="urn:microsoft.com/office/officeart/2018/2/layout/IconVerticalSolidList"/>
    <dgm:cxn modelId="{5607ECDE-550E-4C31-A212-6F2DD3CE1169}" type="presParOf" srcId="{A32A56EE-9D8C-47E9-8A4C-EAFAA41CB4E4}" destId="{AD734964-02D5-4D80-9BD3-5EDD02F70848}" srcOrd="2" destOrd="0" presId="urn:microsoft.com/office/officeart/2018/2/layout/IconVerticalSolidList"/>
    <dgm:cxn modelId="{F2943B57-9E74-4CC5-BDDB-878AD833D7F0}" type="presParOf" srcId="{A32A56EE-9D8C-47E9-8A4C-EAFAA41CB4E4}" destId="{85362868-7809-4439-A24B-64CFD8568668}" srcOrd="3" destOrd="0" presId="urn:microsoft.com/office/officeart/2018/2/layout/IconVerticalSolidList"/>
    <dgm:cxn modelId="{52199954-DAD4-472D-8EEC-4BE6634BEFBF}" type="presParOf" srcId="{C8EB82C4-C52D-4115-B5A2-98CE5ADA4A73}" destId="{97AED34A-CD64-4E78-A3A8-BE5DA8895950}" srcOrd="7" destOrd="0" presId="urn:microsoft.com/office/officeart/2018/2/layout/IconVerticalSolidList"/>
    <dgm:cxn modelId="{29B34AC0-62C2-4B49-BF47-2A8501B3BF8F}" type="presParOf" srcId="{C8EB82C4-C52D-4115-B5A2-98CE5ADA4A73}" destId="{98A0BECD-8430-4AD0-81BB-1411EB220BD6}" srcOrd="8" destOrd="0" presId="urn:microsoft.com/office/officeart/2018/2/layout/IconVerticalSolidList"/>
    <dgm:cxn modelId="{4847B64C-FDEE-44B9-823E-79C3A02F22CB}" type="presParOf" srcId="{98A0BECD-8430-4AD0-81BB-1411EB220BD6}" destId="{727A56B1-A03E-4DB3-9585-B780CCD4F1EE}" srcOrd="0" destOrd="0" presId="urn:microsoft.com/office/officeart/2018/2/layout/IconVerticalSolidList"/>
    <dgm:cxn modelId="{DAFAA1B2-D3D2-44E5-920A-A56A5624C920}" type="presParOf" srcId="{98A0BECD-8430-4AD0-81BB-1411EB220BD6}" destId="{BF14A042-FB29-4C4A-B7AC-48688DE2F5B9}" srcOrd="1" destOrd="0" presId="urn:microsoft.com/office/officeart/2018/2/layout/IconVerticalSolidList"/>
    <dgm:cxn modelId="{32FDCA4A-95F5-4BD9-8FBE-41C471FFAB2D}" type="presParOf" srcId="{98A0BECD-8430-4AD0-81BB-1411EB220BD6}" destId="{45184F0E-C1E4-4F6F-B86C-101D10BA7280}" srcOrd="2" destOrd="0" presId="urn:microsoft.com/office/officeart/2018/2/layout/IconVerticalSolidList"/>
    <dgm:cxn modelId="{37A87CF9-C8E7-46DF-829F-16641E13D1D7}" type="presParOf" srcId="{98A0BECD-8430-4AD0-81BB-1411EB220BD6}" destId="{19D47858-00FC-4964-912C-61EF11C9CD2F}" srcOrd="3" destOrd="0" presId="urn:microsoft.com/office/officeart/2018/2/layout/IconVerticalSolidList"/>
    <dgm:cxn modelId="{7B5ED79C-9589-465A-8965-A8A1D0FD2AF8}" type="presParOf" srcId="{C8EB82C4-C52D-4115-B5A2-98CE5ADA4A73}" destId="{5F094A86-0B9A-43D6-8430-02DD9B482D26}" srcOrd="9" destOrd="0" presId="urn:microsoft.com/office/officeart/2018/2/layout/IconVerticalSolidList"/>
    <dgm:cxn modelId="{786ADFB0-6C68-49B3-91C2-9C3E04061C93}" type="presParOf" srcId="{C8EB82C4-C52D-4115-B5A2-98CE5ADA4A73}" destId="{FB7EDCE9-CA25-40ED-9D0D-B0EC26899F6C}" srcOrd="10" destOrd="0" presId="urn:microsoft.com/office/officeart/2018/2/layout/IconVerticalSolidList"/>
    <dgm:cxn modelId="{65883A31-CCF0-45B5-909E-65629DCC2E4B}" type="presParOf" srcId="{FB7EDCE9-CA25-40ED-9D0D-B0EC26899F6C}" destId="{B648B3E3-5419-4396-86B5-42958B556E68}" srcOrd="0" destOrd="0" presId="urn:microsoft.com/office/officeart/2018/2/layout/IconVerticalSolidList"/>
    <dgm:cxn modelId="{DE736696-F9EB-49A3-8DBA-B531BC4FB06D}" type="presParOf" srcId="{FB7EDCE9-CA25-40ED-9D0D-B0EC26899F6C}" destId="{E429447E-2F0D-4E75-A1B7-FDB17DAE57BE}" srcOrd="1" destOrd="0" presId="urn:microsoft.com/office/officeart/2018/2/layout/IconVerticalSolidList"/>
    <dgm:cxn modelId="{07BF0740-CADE-4F59-814D-2D0468D242D4}" type="presParOf" srcId="{FB7EDCE9-CA25-40ED-9D0D-B0EC26899F6C}" destId="{BF761C95-8301-41C3-9D8C-6005D0788B0F}" srcOrd="2" destOrd="0" presId="urn:microsoft.com/office/officeart/2018/2/layout/IconVerticalSolidList"/>
    <dgm:cxn modelId="{960E4612-890C-4FD9-B6D7-389F28E60234}" type="presParOf" srcId="{FB7EDCE9-CA25-40ED-9D0D-B0EC26899F6C}" destId="{6F77378F-C63B-4515-B7B9-6A51E78707CE}" srcOrd="3" destOrd="0" presId="urn:microsoft.com/office/officeart/2018/2/layout/IconVerticalSolidList"/>
    <dgm:cxn modelId="{FC5633CF-F776-435A-88FD-D3524A76BD9B}" type="presParOf" srcId="{C8EB82C4-C52D-4115-B5A2-98CE5ADA4A73}" destId="{4817F034-C18D-408D-83E8-0EF2C7CE364B}" srcOrd="11" destOrd="0" presId="urn:microsoft.com/office/officeart/2018/2/layout/IconVerticalSolidList"/>
    <dgm:cxn modelId="{B8B55407-DA70-48CD-91E3-6DA5FACAE666}" type="presParOf" srcId="{C8EB82C4-C52D-4115-B5A2-98CE5ADA4A73}" destId="{C05692C5-B277-4F82-AC49-E5C028000427}" srcOrd="12" destOrd="0" presId="urn:microsoft.com/office/officeart/2018/2/layout/IconVerticalSolidList"/>
    <dgm:cxn modelId="{648BB274-A4B9-42DB-A183-44D02FE70EDC}" type="presParOf" srcId="{C05692C5-B277-4F82-AC49-E5C028000427}" destId="{F079C061-D225-464B-B838-749DC23ABA9F}" srcOrd="0" destOrd="0" presId="urn:microsoft.com/office/officeart/2018/2/layout/IconVerticalSolidList"/>
    <dgm:cxn modelId="{DD6AD45D-4930-422D-B818-0F02021C6A84}" type="presParOf" srcId="{C05692C5-B277-4F82-AC49-E5C028000427}" destId="{3B011846-CBAD-48B2-A901-0D45453088D1}" srcOrd="1" destOrd="0" presId="urn:microsoft.com/office/officeart/2018/2/layout/IconVerticalSolidList"/>
    <dgm:cxn modelId="{652B1255-A045-4A51-8C82-050FF53B5CD0}" type="presParOf" srcId="{C05692C5-B277-4F82-AC49-E5C028000427}" destId="{187E2565-96F0-418B-A6FE-D4BDBBCD1B94}" srcOrd="2" destOrd="0" presId="urn:microsoft.com/office/officeart/2018/2/layout/IconVerticalSolidList"/>
    <dgm:cxn modelId="{F9059EC0-6E77-4972-A0A5-6520BF320DF2}" type="presParOf" srcId="{C05692C5-B277-4F82-AC49-E5C028000427}" destId="{ED38A0B3-CDFC-4614-B2A5-1E9C14C824A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197609-1D9D-A345-8CFE-8655CA54F3D2}">
      <dsp:nvSpPr>
        <dsp:cNvPr id="0" name=""/>
        <dsp:cNvSpPr/>
      </dsp:nvSpPr>
      <dsp:spPr>
        <a:xfrm>
          <a:off x="0" y="0"/>
          <a:ext cx="3143249" cy="3786080"/>
        </a:xfrm>
        <a:prstGeom prst="rect">
          <a:avLst/>
        </a:prstGeom>
        <a:solidFill>
          <a:schemeClr val="accent2">
            <a:tint val="40000"/>
            <a:alpha val="90000"/>
            <a:hueOff val="0"/>
            <a:satOff val="0"/>
            <a:lumOff val="0"/>
            <a:alphaOff val="0"/>
          </a:schemeClr>
        </a:solidFill>
        <a:ln w="15875"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5060" tIns="330200" rIns="245060" bIns="330200" numCol="1" spcCol="1270" anchor="t" anchorCtr="0">
          <a:noAutofit/>
        </a:bodyPr>
        <a:lstStyle/>
        <a:p>
          <a:pPr marL="0" lvl="0" indent="0" algn="l" defTabSz="1022350">
            <a:lnSpc>
              <a:spcPct val="90000"/>
            </a:lnSpc>
            <a:spcBef>
              <a:spcPct val="0"/>
            </a:spcBef>
            <a:spcAft>
              <a:spcPct val="35000"/>
            </a:spcAft>
            <a:buNone/>
          </a:pPr>
          <a:r>
            <a:rPr lang="en-US" sz="2300" kern="1200"/>
            <a:t>1.  Understand why Gifted Education is necessary and vital for the development of gifted learners</a:t>
          </a:r>
        </a:p>
      </dsp:txBody>
      <dsp:txXfrm>
        <a:off x="0" y="1438710"/>
        <a:ext cx="3143249" cy="2271648"/>
      </dsp:txXfrm>
    </dsp:sp>
    <dsp:sp modelId="{741ACCA4-0A1C-594A-A293-241FE6A0914C}">
      <dsp:nvSpPr>
        <dsp:cNvPr id="0" name=""/>
        <dsp:cNvSpPr/>
      </dsp:nvSpPr>
      <dsp:spPr>
        <a:xfrm>
          <a:off x="1003712" y="378608"/>
          <a:ext cx="1135824" cy="1135824"/>
        </a:xfrm>
        <a:prstGeom prst="ellipse">
          <a:avLst/>
        </a:prstGeom>
        <a:solidFill>
          <a:schemeClr val="accent2">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553" tIns="12700" rIns="88553" bIns="12700" numCol="1" spcCol="1270" anchor="ctr" anchorCtr="0">
          <a:noAutofit/>
        </a:bodyPr>
        <a:lstStyle/>
        <a:p>
          <a:pPr marL="0" lvl="0" indent="0" algn="ctr" defTabSz="2133600">
            <a:lnSpc>
              <a:spcPct val="90000"/>
            </a:lnSpc>
            <a:spcBef>
              <a:spcPct val="0"/>
            </a:spcBef>
            <a:spcAft>
              <a:spcPct val="35000"/>
            </a:spcAft>
            <a:buNone/>
          </a:pPr>
          <a:r>
            <a:rPr lang="en-US" sz="4800" kern="1200"/>
            <a:t>1</a:t>
          </a:r>
        </a:p>
      </dsp:txBody>
      <dsp:txXfrm>
        <a:off x="1170050" y="544946"/>
        <a:ext cx="803148" cy="803148"/>
      </dsp:txXfrm>
    </dsp:sp>
    <dsp:sp modelId="{37F90A7A-F64D-D64E-BC55-87A424F12AC8}">
      <dsp:nvSpPr>
        <dsp:cNvPr id="0" name=""/>
        <dsp:cNvSpPr/>
      </dsp:nvSpPr>
      <dsp:spPr>
        <a:xfrm>
          <a:off x="0" y="3786008"/>
          <a:ext cx="3143249" cy="72"/>
        </a:xfrm>
        <a:prstGeom prst="rect">
          <a:avLst/>
        </a:prstGeom>
        <a:solidFill>
          <a:schemeClr val="accent2">
            <a:hueOff val="296397"/>
            <a:satOff val="-21"/>
            <a:lumOff val="1373"/>
            <a:alphaOff val="0"/>
          </a:schemeClr>
        </a:solidFill>
        <a:ln w="15875" cap="flat" cmpd="sng" algn="ctr">
          <a:solidFill>
            <a:schemeClr val="accent2">
              <a:hueOff val="296397"/>
              <a:satOff val="-21"/>
              <a:lumOff val="1373"/>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919ED96-2BF1-224F-BD58-3EB7F7018E93}">
      <dsp:nvSpPr>
        <dsp:cNvPr id="0" name=""/>
        <dsp:cNvSpPr/>
      </dsp:nvSpPr>
      <dsp:spPr>
        <a:xfrm>
          <a:off x="3457574" y="0"/>
          <a:ext cx="3143249" cy="3786080"/>
        </a:xfrm>
        <a:prstGeom prst="rect">
          <a:avLst/>
        </a:prstGeom>
        <a:solidFill>
          <a:schemeClr val="accent2">
            <a:tint val="40000"/>
            <a:alpha val="90000"/>
            <a:hueOff val="690720"/>
            <a:satOff val="1049"/>
            <a:lumOff val="598"/>
            <a:alphaOff val="0"/>
          </a:schemeClr>
        </a:solidFill>
        <a:ln w="15875" cap="flat" cmpd="sng" algn="ctr">
          <a:solidFill>
            <a:schemeClr val="accent2">
              <a:tint val="40000"/>
              <a:alpha val="90000"/>
              <a:hueOff val="690720"/>
              <a:satOff val="1049"/>
              <a:lumOff val="59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5060" tIns="330200" rIns="245060" bIns="330200" numCol="1" spcCol="1270" anchor="t" anchorCtr="0">
          <a:noAutofit/>
        </a:bodyPr>
        <a:lstStyle/>
        <a:p>
          <a:pPr marL="0" lvl="0" indent="0" algn="l" defTabSz="1022350">
            <a:lnSpc>
              <a:spcPct val="90000"/>
            </a:lnSpc>
            <a:spcBef>
              <a:spcPct val="0"/>
            </a:spcBef>
            <a:spcAft>
              <a:spcPct val="35000"/>
            </a:spcAft>
            <a:buNone/>
          </a:pPr>
          <a:r>
            <a:rPr lang="en-US" sz="2300" kern="1200" dirty="0"/>
            <a:t>2.  Understand your rights to Gifted Education (504 Plans and IEPs)</a:t>
          </a:r>
        </a:p>
      </dsp:txBody>
      <dsp:txXfrm>
        <a:off x="3457574" y="1438710"/>
        <a:ext cx="3143249" cy="2271648"/>
      </dsp:txXfrm>
    </dsp:sp>
    <dsp:sp modelId="{362777D8-0121-5243-9EE4-E40BEC9BCAFE}">
      <dsp:nvSpPr>
        <dsp:cNvPr id="0" name=""/>
        <dsp:cNvSpPr/>
      </dsp:nvSpPr>
      <dsp:spPr>
        <a:xfrm>
          <a:off x="4461287" y="378608"/>
          <a:ext cx="1135824" cy="1135824"/>
        </a:xfrm>
        <a:prstGeom prst="ellipse">
          <a:avLst/>
        </a:prstGeom>
        <a:solidFill>
          <a:schemeClr val="accent2">
            <a:hueOff val="592794"/>
            <a:satOff val="-43"/>
            <a:lumOff val="2745"/>
            <a:alphaOff val="0"/>
          </a:schemeClr>
        </a:solidFill>
        <a:ln w="15875" cap="flat" cmpd="sng" algn="ctr">
          <a:solidFill>
            <a:schemeClr val="accent2">
              <a:hueOff val="592794"/>
              <a:satOff val="-43"/>
              <a:lumOff val="2745"/>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553" tIns="12700" rIns="88553" bIns="12700" numCol="1" spcCol="1270" anchor="ctr" anchorCtr="0">
          <a:noAutofit/>
        </a:bodyPr>
        <a:lstStyle/>
        <a:p>
          <a:pPr marL="0" lvl="0" indent="0" algn="ctr" defTabSz="2133600">
            <a:lnSpc>
              <a:spcPct val="90000"/>
            </a:lnSpc>
            <a:spcBef>
              <a:spcPct val="0"/>
            </a:spcBef>
            <a:spcAft>
              <a:spcPct val="35000"/>
            </a:spcAft>
            <a:buNone/>
          </a:pPr>
          <a:r>
            <a:rPr lang="en-US" sz="4800" kern="1200"/>
            <a:t>2</a:t>
          </a:r>
        </a:p>
      </dsp:txBody>
      <dsp:txXfrm>
        <a:off x="4627625" y="544946"/>
        <a:ext cx="803148" cy="803148"/>
      </dsp:txXfrm>
    </dsp:sp>
    <dsp:sp modelId="{AA61F886-F53D-1943-BAE7-146BC470AC27}">
      <dsp:nvSpPr>
        <dsp:cNvPr id="0" name=""/>
        <dsp:cNvSpPr/>
      </dsp:nvSpPr>
      <dsp:spPr>
        <a:xfrm>
          <a:off x="3457574" y="3786008"/>
          <a:ext cx="3143249" cy="72"/>
        </a:xfrm>
        <a:prstGeom prst="rect">
          <a:avLst/>
        </a:prstGeom>
        <a:solidFill>
          <a:schemeClr val="accent2">
            <a:hueOff val="889192"/>
            <a:satOff val="-64"/>
            <a:lumOff val="4118"/>
            <a:alphaOff val="0"/>
          </a:schemeClr>
        </a:solidFill>
        <a:ln w="15875" cap="flat" cmpd="sng" algn="ctr">
          <a:solidFill>
            <a:schemeClr val="accent2">
              <a:hueOff val="889192"/>
              <a:satOff val="-64"/>
              <a:lumOff val="4118"/>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BFD5D1E-9FFB-A344-832A-16D8CD1B68D3}">
      <dsp:nvSpPr>
        <dsp:cNvPr id="0" name=""/>
        <dsp:cNvSpPr/>
      </dsp:nvSpPr>
      <dsp:spPr>
        <a:xfrm>
          <a:off x="6915149" y="0"/>
          <a:ext cx="3143249" cy="3786080"/>
        </a:xfrm>
        <a:prstGeom prst="rect">
          <a:avLst/>
        </a:prstGeom>
        <a:solidFill>
          <a:schemeClr val="accent2">
            <a:tint val="40000"/>
            <a:alpha val="90000"/>
            <a:hueOff val="1381439"/>
            <a:satOff val="2098"/>
            <a:lumOff val="1195"/>
            <a:alphaOff val="0"/>
          </a:schemeClr>
        </a:solidFill>
        <a:ln w="15875" cap="flat" cmpd="sng" algn="ctr">
          <a:solidFill>
            <a:schemeClr val="accent2">
              <a:tint val="40000"/>
              <a:alpha val="90000"/>
              <a:hueOff val="1381439"/>
              <a:satOff val="2098"/>
              <a:lumOff val="119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5060" tIns="330200" rIns="245060" bIns="330200" numCol="1" spcCol="1270" anchor="t" anchorCtr="0">
          <a:noAutofit/>
        </a:bodyPr>
        <a:lstStyle/>
        <a:p>
          <a:pPr marL="0" lvl="0" indent="0" algn="l" defTabSz="1022350">
            <a:lnSpc>
              <a:spcPct val="90000"/>
            </a:lnSpc>
            <a:spcBef>
              <a:spcPct val="0"/>
            </a:spcBef>
            <a:spcAft>
              <a:spcPct val="35000"/>
            </a:spcAft>
            <a:buNone/>
          </a:pPr>
          <a:r>
            <a:rPr lang="en-US" sz="2300" kern="1200"/>
            <a:t>3.  Explore advocacy techniques </a:t>
          </a:r>
        </a:p>
      </dsp:txBody>
      <dsp:txXfrm>
        <a:off x="6915149" y="1438710"/>
        <a:ext cx="3143249" cy="2271648"/>
      </dsp:txXfrm>
    </dsp:sp>
    <dsp:sp modelId="{64FB96EC-06A8-F44E-A59C-F420A5BE220C}">
      <dsp:nvSpPr>
        <dsp:cNvPr id="0" name=""/>
        <dsp:cNvSpPr/>
      </dsp:nvSpPr>
      <dsp:spPr>
        <a:xfrm>
          <a:off x="7918862" y="378608"/>
          <a:ext cx="1135824" cy="1135824"/>
        </a:xfrm>
        <a:prstGeom prst="ellipse">
          <a:avLst/>
        </a:prstGeom>
        <a:solidFill>
          <a:schemeClr val="accent2">
            <a:hueOff val="1185589"/>
            <a:satOff val="-86"/>
            <a:lumOff val="5490"/>
            <a:alphaOff val="0"/>
          </a:schemeClr>
        </a:solidFill>
        <a:ln w="15875" cap="flat" cmpd="sng" algn="ctr">
          <a:solidFill>
            <a:schemeClr val="accent2">
              <a:hueOff val="1185589"/>
              <a:satOff val="-86"/>
              <a:lumOff val="549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553" tIns="12700" rIns="88553" bIns="12700" numCol="1" spcCol="1270" anchor="ctr" anchorCtr="0">
          <a:noAutofit/>
        </a:bodyPr>
        <a:lstStyle/>
        <a:p>
          <a:pPr marL="0" lvl="0" indent="0" algn="ctr" defTabSz="2133600">
            <a:lnSpc>
              <a:spcPct val="90000"/>
            </a:lnSpc>
            <a:spcBef>
              <a:spcPct val="0"/>
            </a:spcBef>
            <a:spcAft>
              <a:spcPct val="35000"/>
            </a:spcAft>
            <a:buNone/>
          </a:pPr>
          <a:r>
            <a:rPr lang="en-US" sz="4800" kern="1200"/>
            <a:t>3</a:t>
          </a:r>
        </a:p>
      </dsp:txBody>
      <dsp:txXfrm>
        <a:off x="8085200" y="544946"/>
        <a:ext cx="803148" cy="803148"/>
      </dsp:txXfrm>
    </dsp:sp>
    <dsp:sp modelId="{7B2B5B2F-1A11-5645-B7BC-7FB4702363AF}">
      <dsp:nvSpPr>
        <dsp:cNvPr id="0" name=""/>
        <dsp:cNvSpPr/>
      </dsp:nvSpPr>
      <dsp:spPr>
        <a:xfrm>
          <a:off x="6915149" y="3786008"/>
          <a:ext cx="3143249" cy="72"/>
        </a:xfrm>
        <a:prstGeom prst="rect">
          <a:avLst/>
        </a:prstGeom>
        <a:solidFill>
          <a:schemeClr val="accent2">
            <a:hueOff val="1481986"/>
            <a:satOff val="-107"/>
            <a:lumOff val="6863"/>
            <a:alphaOff val="0"/>
          </a:schemeClr>
        </a:solidFill>
        <a:ln w="15875" cap="flat" cmpd="sng" algn="ctr">
          <a:solidFill>
            <a:schemeClr val="accent2">
              <a:hueOff val="1481986"/>
              <a:satOff val="-107"/>
              <a:lumOff val="6863"/>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1374EE-95FF-4D21-BA3F-76BFA767133C}">
      <dsp:nvSpPr>
        <dsp:cNvPr id="0" name=""/>
        <dsp:cNvSpPr/>
      </dsp:nvSpPr>
      <dsp:spPr>
        <a:xfrm>
          <a:off x="3094939" y="748729"/>
          <a:ext cx="578257" cy="91440"/>
        </a:xfrm>
        <a:custGeom>
          <a:avLst/>
          <a:gdLst/>
          <a:ahLst/>
          <a:cxnLst/>
          <a:rect l="0" t="0" r="0" b="0"/>
          <a:pathLst>
            <a:path>
              <a:moveTo>
                <a:pt x="0" y="45720"/>
              </a:moveTo>
              <a:lnTo>
                <a:pt x="578257" y="45720"/>
              </a:lnTo>
            </a:path>
          </a:pathLst>
        </a:custGeom>
        <a:noFill/>
        <a:ln w="12700" cap="flat" cmpd="sng" algn="ctr">
          <a:solidFill>
            <a:schemeClr val="accent5">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368846" y="791405"/>
        <a:ext cx="30442" cy="6088"/>
      </dsp:txXfrm>
    </dsp:sp>
    <dsp:sp modelId="{414CADF2-F5CE-4C31-ACFB-57298F42FF5E}">
      <dsp:nvSpPr>
        <dsp:cNvPr id="0" name=""/>
        <dsp:cNvSpPr/>
      </dsp:nvSpPr>
      <dsp:spPr>
        <a:xfrm>
          <a:off x="449533" y="287"/>
          <a:ext cx="2647205" cy="1588323"/>
        </a:xfrm>
        <a:prstGeom prst="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715" tIns="136159" rIns="129715" bIns="136159" numCol="1" spcCol="1270" anchor="ctr" anchorCtr="0">
          <a:noAutofit/>
        </a:bodyPr>
        <a:lstStyle/>
        <a:p>
          <a:pPr marL="0" lvl="0" indent="0" algn="ctr" defTabSz="844550">
            <a:lnSpc>
              <a:spcPct val="90000"/>
            </a:lnSpc>
            <a:spcBef>
              <a:spcPct val="0"/>
            </a:spcBef>
            <a:spcAft>
              <a:spcPct val="35000"/>
            </a:spcAft>
            <a:buNone/>
          </a:pPr>
          <a:r>
            <a:rPr lang="en-US" sz="1900" kern="1200"/>
            <a:t>Rich curriculum organized around core learning concepts rather than memorizing facts</a:t>
          </a:r>
        </a:p>
      </dsp:txBody>
      <dsp:txXfrm>
        <a:off x="449533" y="287"/>
        <a:ext cx="2647205" cy="1588323"/>
      </dsp:txXfrm>
    </dsp:sp>
    <dsp:sp modelId="{94090871-CA55-4BEC-BE6F-82974A22B8AA}">
      <dsp:nvSpPr>
        <dsp:cNvPr id="0" name=""/>
        <dsp:cNvSpPr/>
      </dsp:nvSpPr>
      <dsp:spPr>
        <a:xfrm>
          <a:off x="6351002" y="748729"/>
          <a:ext cx="578257" cy="91440"/>
        </a:xfrm>
        <a:custGeom>
          <a:avLst/>
          <a:gdLst/>
          <a:ahLst/>
          <a:cxnLst/>
          <a:rect l="0" t="0" r="0" b="0"/>
          <a:pathLst>
            <a:path>
              <a:moveTo>
                <a:pt x="0" y="45720"/>
              </a:moveTo>
              <a:lnTo>
                <a:pt x="578257" y="45720"/>
              </a:lnTo>
            </a:path>
          </a:pathLst>
        </a:custGeom>
        <a:noFill/>
        <a:ln w="12700" cap="flat" cmpd="sng" algn="ctr">
          <a:solidFill>
            <a:schemeClr val="accent5">
              <a:hueOff val="375299"/>
              <a:satOff val="-7080"/>
              <a:lumOff val="-2059"/>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624910" y="791405"/>
        <a:ext cx="30442" cy="6088"/>
      </dsp:txXfrm>
    </dsp:sp>
    <dsp:sp modelId="{D529C239-AAA5-4156-BA0C-1BD3D9FBC4FB}">
      <dsp:nvSpPr>
        <dsp:cNvPr id="0" name=""/>
        <dsp:cNvSpPr/>
      </dsp:nvSpPr>
      <dsp:spPr>
        <a:xfrm>
          <a:off x="3705597" y="287"/>
          <a:ext cx="2647205" cy="1588323"/>
        </a:xfrm>
        <a:prstGeom prst="rect">
          <a:avLst/>
        </a:prstGeom>
        <a:solidFill>
          <a:schemeClr val="accent5">
            <a:hueOff val="300239"/>
            <a:satOff val="-5664"/>
            <a:lumOff val="-1647"/>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715" tIns="136159" rIns="129715" bIns="136159" numCol="1" spcCol="1270" anchor="ctr" anchorCtr="0">
          <a:noAutofit/>
        </a:bodyPr>
        <a:lstStyle/>
        <a:p>
          <a:pPr marL="0" lvl="0" indent="0" algn="ctr" defTabSz="844550">
            <a:lnSpc>
              <a:spcPct val="90000"/>
            </a:lnSpc>
            <a:spcBef>
              <a:spcPct val="0"/>
            </a:spcBef>
            <a:spcAft>
              <a:spcPct val="35000"/>
            </a:spcAft>
            <a:buNone/>
          </a:pPr>
          <a:r>
            <a:rPr lang="en-US" sz="1900" kern="1200"/>
            <a:t>Pacing instruction to the student’s individual needs</a:t>
          </a:r>
        </a:p>
      </dsp:txBody>
      <dsp:txXfrm>
        <a:off x="3705597" y="287"/>
        <a:ext cx="2647205" cy="1588323"/>
      </dsp:txXfrm>
    </dsp:sp>
    <dsp:sp modelId="{1D5D1B49-B11A-4B18-9F21-3864C0DCBB88}">
      <dsp:nvSpPr>
        <dsp:cNvPr id="0" name=""/>
        <dsp:cNvSpPr/>
      </dsp:nvSpPr>
      <dsp:spPr>
        <a:xfrm>
          <a:off x="1773136" y="1586811"/>
          <a:ext cx="6512126" cy="578257"/>
        </a:xfrm>
        <a:custGeom>
          <a:avLst/>
          <a:gdLst/>
          <a:ahLst/>
          <a:cxnLst/>
          <a:rect l="0" t="0" r="0" b="0"/>
          <a:pathLst>
            <a:path>
              <a:moveTo>
                <a:pt x="6512126" y="0"/>
              </a:moveTo>
              <a:lnTo>
                <a:pt x="6512126" y="306228"/>
              </a:lnTo>
              <a:lnTo>
                <a:pt x="0" y="306228"/>
              </a:lnTo>
              <a:lnTo>
                <a:pt x="0" y="578257"/>
              </a:lnTo>
            </a:path>
          </a:pathLst>
        </a:custGeom>
        <a:noFill/>
        <a:ln w="12700" cap="flat" cmpd="sng" algn="ctr">
          <a:solidFill>
            <a:schemeClr val="accent5">
              <a:hueOff val="750598"/>
              <a:satOff val="-14161"/>
              <a:lumOff val="-4117"/>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865686" y="1872895"/>
        <a:ext cx="327026" cy="6088"/>
      </dsp:txXfrm>
    </dsp:sp>
    <dsp:sp modelId="{F6C853BB-BAB8-4E2E-966B-A6169885DD0C}">
      <dsp:nvSpPr>
        <dsp:cNvPr id="0" name=""/>
        <dsp:cNvSpPr/>
      </dsp:nvSpPr>
      <dsp:spPr>
        <a:xfrm>
          <a:off x="6961660" y="287"/>
          <a:ext cx="2647205" cy="1588323"/>
        </a:xfrm>
        <a:prstGeom prst="rect">
          <a:avLst/>
        </a:prstGeom>
        <a:solidFill>
          <a:schemeClr val="accent5">
            <a:hueOff val="600478"/>
            <a:satOff val="-11328"/>
            <a:lumOff val="-3294"/>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715" tIns="136159" rIns="129715" bIns="136159" numCol="1" spcCol="1270" anchor="ctr" anchorCtr="0">
          <a:noAutofit/>
        </a:bodyPr>
        <a:lstStyle/>
        <a:p>
          <a:pPr marL="0" lvl="0" indent="0" algn="ctr" defTabSz="844550">
            <a:lnSpc>
              <a:spcPct val="90000"/>
            </a:lnSpc>
            <a:spcBef>
              <a:spcPct val="0"/>
            </a:spcBef>
            <a:spcAft>
              <a:spcPct val="35000"/>
            </a:spcAft>
            <a:buNone/>
          </a:pPr>
          <a:r>
            <a:rPr lang="en-US" sz="1900" kern="1200"/>
            <a:t>Opportunities to perform at a higher “degree of difficulty”</a:t>
          </a:r>
        </a:p>
      </dsp:txBody>
      <dsp:txXfrm>
        <a:off x="6961660" y="287"/>
        <a:ext cx="2647205" cy="1588323"/>
      </dsp:txXfrm>
    </dsp:sp>
    <dsp:sp modelId="{D575E474-062E-4D67-BE6E-BC1D896F992F}">
      <dsp:nvSpPr>
        <dsp:cNvPr id="0" name=""/>
        <dsp:cNvSpPr/>
      </dsp:nvSpPr>
      <dsp:spPr>
        <a:xfrm>
          <a:off x="3094939" y="2945910"/>
          <a:ext cx="578257" cy="91440"/>
        </a:xfrm>
        <a:custGeom>
          <a:avLst/>
          <a:gdLst/>
          <a:ahLst/>
          <a:cxnLst/>
          <a:rect l="0" t="0" r="0" b="0"/>
          <a:pathLst>
            <a:path>
              <a:moveTo>
                <a:pt x="0" y="45720"/>
              </a:moveTo>
              <a:lnTo>
                <a:pt x="578257" y="45720"/>
              </a:lnTo>
            </a:path>
          </a:pathLst>
        </a:custGeom>
        <a:noFill/>
        <a:ln w="12700" cap="flat" cmpd="sng" algn="ctr">
          <a:solidFill>
            <a:schemeClr val="accent5">
              <a:hueOff val="1125897"/>
              <a:satOff val="-21241"/>
              <a:lumOff val="-6176"/>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368846" y="2988586"/>
        <a:ext cx="30442" cy="6088"/>
      </dsp:txXfrm>
    </dsp:sp>
    <dsp:sp modelId="{5CB8687B-04EA-4287-B7BB-4AA250FD26A2}">
      <dsp:nvSpPr>
        <dsp:cNvPr id="0" name=""/>
        <dsp:cNvSpPr/>
      </dsp:nvSpPr>
      <dsp:spPr>
        <a:xfrm>
          <a:off x="449533" y="2197468"/>
          <a:ext cx="2647205" cy="1588323"/>
        </a:xfrm>
        <a:prstGeom prst="rect">
          <a:avLst/>
        </a:prstGeom>
        <a:solidFill>
          <a:schemeClr val="accent5">
            <a:hueOff val="900718"/>
            <a:satOff val="-16993"/>
            <a:lumOff val="-494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715" tIns="136159" rIns="129715" bIns="136159" numCol="1" spcCol="1270" anchor="ctr" anchorCtr="0">
          <a:noAutofit/>
        </a:bodyPr>
        <a:lstStyle/>
        <a:p>
          <a:pPr marL="0" lvl="0" indent="0" algn="ctr" defTabSz="844550">
            <a:lnSpc>
              <a:spcPct val="90000"/>
            </a:lnSpc>
            <a:spcBef>
              <a:spcPct val="0"/>
            </a:spcBef>
            <a:spcAft>
              <a:spcPct val="35000"/>
            </a:spcAft>
            <a:buNone/>
          </a:pPr>
          <a:r>
            <a:rPr lang="en-US" sz="1900" kern="1200"/>
            <a:t>F.A.I.L. – Frequent Attempts in Learning </a:t>
          </a:r>
        </a:p>
      </dsp:txBody>
      <dsp:txXfrm>
        <a:off x="449533" y="2197468"/>
        <a:ext cx="2647205" cy="1588323"/>
      </dsp:txXfrm>
    </dsp:sp>
    <dsp:sp modelId="{CD1C0801-8DEF-4025-85F6-CD6423323BB5}">
      <dsp:nvSpPr>
        <dsp:cNvPr id="0" name=""/>
        <dsp:cNvSpPr/>
      </dsp:nvSpPr>
      <dsp:spPr>
        <a:xfrm>
          <a:off x="6351002" y="2945910"/>
          <a:ext cx="578257" cy="91440"/>
        </a:xfrm>
        <a:custGeom>
          <a:avLst/>
          <a:gdLst/>
          <a:ahLst/>
          <a:cxnLst/>
          <a:rect l="0" t="0" r="0" b="0"/>
          <a:pathLst>
            <a:path>
              <a:moveTo>
                <a:pt x="0" y="45720"/>
              </a:moveTo>
              <a:lnTo>
                <a:pt x="578257" y="45720"/>
              </a:lnTo>
            </a:path>
          </a:pathLst>
        </a:custGeom>
        <a:noFill/>
        <a:ln w="12700" cap="flat" cmpd="sng" algn="ctr">
          <a:solidFill>
            <a:schemeClr val="accent5">
              <a:hueOff val="1501196"/>
              <a:satOff val="-28321"/>
              <a:lumOff val="-8234"/>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624910" y="2988586"/>
        <a:ext cx="30442" cy="6088"/>
      </dsp:txXfrm>
    </dsp:sp>
    <dsp:sp modelId="{1AC30AF2-C4E8-4216-BFB9-78FE2233B7E4}">
      <dsp:nvSpPr>
        <dsp:cNvPr id="0" name=""/>
        <dsp:cNvSpPr/>
      </dsp:nvSpPr>
      <dsp:spPr>
        <a:xfrm>
          <a:off x="3705597" y="2197468"/>
          <a:ext cx="2647205" cy="1588323"/>
        </a:xfrm>
        <a:prstGeom prst="rect">
          <a:avLst/>
        </a:prstGeom>
        <a:solidFill>
          <a:schemeClr val="accent5">
            <a:hueOff val="1200957"/>
            <a:satOff val="-22657"/>
            <a:lumOff val="-6587"/>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715" tIns="136159" rIns="129715" bIns="136159" numCol="1" spcCol="1270" anchor="ctr" anchorCtr="0">
          <a:noAutofit/>
        </a:bodyPr>
        <a:lstStyle/>
        <a:p>
          <a:pPr marL="0" lvl="0" indent="0" algn="ctr" defTabSz="844550">
            <a:lnSpc>
              <a:spcPct val="90000"/>
            </a:lnSpc>
            <a:spcBef>
              <a:spcPct val="0"/>
            </a:spcBef>
            <a:spcAft>
              <a:spcPct val="35000"/>
            </a:spcAft>
            <a:buNone/>
          </a:pPr>
          <a:r>
            <a:rPr lang="en-US" sz="1900" kern="1200"/>
            <a:t>Pre-test and post-test</a:t>
          </a:r>
        </a:p>
      </dsp:txBody>
      <dsp:txXfrm>
        <a:off x="3705597" y="2197468"/>
        <a:ext cx="2647205" cy="1588323"/>
      </dsp:txXfrm>
    </dsp:sp>
    <dsp:sp modelId="{327E6414-012D-4FA9-AB90-BA69A0FA93D5}">
      <dsp:nvSpPr>
        <dsp:cNvPr id="0" name=""/>
        <dsp:cNvSpPr/>
      </dsp:nvSpPr>
      <dsp:spPr>
        <a:xfrm>
          <a:off x="6961660" y="2197468"/>
          <a:ext cx="2647205" cy="1588323"/>
        </a:xfrm>
        <a:prstGeom prst="rect">
          <a:avLst/>
        </a:prstGeom>
        <a:solidFill>
          <a:schemeClr val="accent5">
            <a:hueOff val="1501196"/>
            <a:satOff val="-28321"/>
            <a:lumOff val="-8234"/>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715" tIns="136159" rIns="129715" bIns="136159" numCol="1" spcCol="1270" anchor="ctr" anchorCtr="0">
          <a:noAutofit/>
        </a:bodyPr>
        <a:lstStyle/>
        <a:p>
          <a:pPr marL="0" lvl="0" indent="0" algn="ctr" defTabSz="844550">
            <a:lnSpc>
              <a:spcPct val="90000"/>
            </a:lnSpc>
            <a:spcBef>
              <a:spcPct val="0"/>
            </a:spcBef>
            <a:spcAft>
              <a:spcPct val="35000"/>
            </a:spcAft>
            <a:buNone/>
          </a:pPr>
          <a:r>
            <a:rPr lang="en-US" sz="1900" kern="1200"/>
            <a:t>As little “filler time” as possible </a:t>
          </a:r>
        </a:p>
      </dsp:txBody>
      <dsp:txXfrm>
        <a:off x="6961660" y="2197468"/>
        <a:ext cx="2647205" cy="158832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677AE1-7A18-434B-A137-12401BEA5B64}">
      <dsp:nvSpPr>
        <dsp:cNvPr id="0" name=""/>
        <dsp:cNvSpPr/>
      </dsp:nvSpPr>
      <dsp:spPr>
        <a:xfrm>
          <a:off x="0" y="1827"/>
          <a:ext cx="6797675" cy="778794"/>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DE661C7-FA52-43F9-9C3E-5223885AD919}">
      <dsp:nvSpPr>
        <dsp:cNvPr id="0" name=""/>
        <dsp:cNvSpPr/>
      </dsp:nvSpPr>
      <dsp:spPr>
        <a:xfrm>
          <a:off x="235585" y="177056"/>
          <a:ext cx="428336" cy="42833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AABF2FC-F483-41E4-8251-65B92A8B53A3}">
      <dsp:nvSpPr>
        <dsp:cNvPr id="0" name=""/>
        <dsp:cNvSpPr/>
      </dsp:nvSpPr>
      <dsp:spPr>
        <a:xfrm>
          <a:off x="899507" y="1827"/>
          <a:ext cx="5898167" cy="778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422" tIns="82422" rIns="82422" bIns="82422" numCol="1" spcCol="1270" anchor="ctr" anchorCtr="0">
          <a:noAutofit/>
        </a:bodyPr>
        <a:lstStyle/>
        <a:p>
          <a:pPr marL="0" lvl="0" indent="0" algn="l" defTabSz="711200">
            <a:lnSpc>
              <a:spcPct val="90000"/>
            </a:lnSpc>
            <a:spcBef>
              <a:spcPct val="0"/>
            </a:spcBef>
            <a:spcAft>
              <a:spcPct val="35000"/>
            </a:spcAft>
            <a:buNone/>
          </a:pPr>
          <a:r>
            <a:rPr lang="en-US" sz="1600" kern="1200"/>
            <a:t>Curriculum Compacting – if they show you that they can do it, let them move on to the next thing</a:t>
          </a:r>
        </a:p>
      </dsp:txBody>
      <dsp:txXfrm>
        <a:off x="899507" y="1827"/>
        <a:ext cx="5898167" cy="778794"/>
      </dsp:txXfrm>
    </dsp:sp>
    <dsp:sp modelId="{127457C2-0ADB-4BF8-B9CC-C6D8D22ED82B}">
      <dsp:nvSpPr>
        <dsp:cNvPr id="0" name=""/>
        <dsp:cNvSpPr/>
      </dsp:nvSpPr>
      <dsp:spPr>
        <a:xfrm>
          <a:off x="0" y="975320"/>
          <a:ext cx="6797675" cy="778794"/>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D1594DF-880F-4981-8D86-A449F14B9A8D}">
      <dsp:nvSpPr>
        <dsp:cNvPr id="0" name=""/>
        <dsp:cNvSpPr/>
      </dsp:nvSpPr>
      <dsp:spPr>
        <a:xfrm>
          <a:off x="235585" y="1150548"/>
          <a:ext cx="428336" cy="42833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E8105A7-B2A7-4492-AFD2-368B8E5481C0}">
      <dsp:nvSpPr>
        <dsp:cNvPr id="0" name=""/>
        <dsp:cNvSpPr/>
      </dsp:nvSpPr>
      <dsp:spPr>
        <a:xfrm>
          <a:off x="899507" y="975320"/>
          <a:ext cx="5898167" cy="778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422" tIns="82422" rIns="82422" bIns="82422" numCol="1" spcCol="1270" anchor="ctr" anchorCtr="0">
          <a:noAutofit/>
        </a:bodyPr>
        <a:lstStyle/>
        <a:p>
          <a:pPr marL="0" lvl="0" indent="0" algn="l" defTabSz="711200">
            <a:lnSpc>
              <a:spcPct val="90000"/>
            </a:lnSpc>
            <a:spcBef>
              <a:spcPct val="0"/>
            </a:spcBef>
            <a:spcAft>
              <a:spcPct val="35000"/>
            </a:spcAft>
            <a:buNone/>
          </a:pPr>
          <a:r>
            <a:rPr lang="en-US" sz="1600" kern="1200"/>
            <a:t>Differentiation – can you teach/assess the same content in a different/deeper way?</a:t>
          </a:r>
        </a:p>
      </dsp:txBody>
      <dsp:txXfrm>
        <a:off x="899507" y="975320"/>
        <a:ext cx="5898167" cy="778794"/>
      </dsp:txXfrm>
    </dsp:sp>
    <dsp:sp modelId="{F23D1436-4A4B-4B54-A7D9-CB18E9888808}">
      <dsp:nvSpPr>
        <dsp:cNvPr id="0" name=""/>
        <dsp:cNvSpPr/>
      </dsp:nvSpPr>
      <dsp:spPr>
        <a:xfrm>
          <a:off x="0" y="1948812"/>
          <a:ext cx="6797675" cy="778794"/>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18882CC-072B-4AC3-BF4A-B9CD086B58E6}">
      <dsp:nvSpPr>
        <dsp:cNvPr id="0" name=""/>
        <dsp:cNvSpPr/>
      </dsp:nvSpPr>
      <dsp:spPr>
        <a:xfrm>
          <a:off x="235585" y="2124041"/>
          <a:ext cx="428336" cy="42833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9D1CC3B-4B38-4AB2-943F-248C7509CB47}">
      <dsp:nvSpPr>
        <dsp:cNvPr id="0" name=""/>
        <dsp:cNvSpPr/>
      </dsp:nvSpPr>
      <dsp:spPr>
        <a:xfrm>
          <a:off x="899507" y="1948812"/>
          <a:ext cx="5898167" cy="778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422" tIns="82422" rIns="82422" bIns="82422" numCol="1" spcCol="1270" anchor="ctr" anchorCtr="0">
          <a:noAutofit/>
        </a:bodyPr>
        <a:lstStyle/>
        <a:p>
          <a:pPr marL="0" lvl="0" indent="0" algn="l" defTabSz="711200">
            <a:lnSpc>
              <a:spcPct val="90000"/>
            </a:lnSpc>
            <a:spcBef>
              <a:spcPct val="0"/>
            </a:spcBef>
            <a:spcAft>
              <a:spcPct val="35000"/>
            </a:spcAft>
            <a:buNone/>
          </a:pPr>
          <a:r>
            <a:rPr lang="en-US" sz="1600" kern="1200"/>
            <a:t>Project-Based Learning (PBL) – let’s learn by doing/building!</a:t>
          </a:r>
        </a:p>
      </dsp:txBody>
      <dsp:txXfrm>
        <a:off x="899507" y="1948812"/>
        <a:ext cx="5898167" cy="778794"/>
      </dsp:txXfrm>
    </dsp:sp>
    <dsp:sp modelId="{8912CEA7-A3AD-41AD-85AD-953122A7F604}">
      <dsp:nvSpPr>
        <dsp:cNvPr id="0" name=""/>
        <dsp:cNvSpPr/>
      </dsp:nvSpPr>
      <dsp:spPr>
        <a:xfrm>
          <a:off x="0" y="2922305"/>
          <a:ext cx="6797675" cy="778794"/>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686B175-EA83-45AC-BC7E-376BA4D5293A}">
      <dsp:nvSpPr>
        <dsp:cNvPr id="0" name=""/>
        <dsp:cNvSpPr/>
      </dsp:nvSpPr>
      <dsp:spPr>
        <a:xfrm>
          <a:off x="235585" y="3097533"/>
          <a:ext cx="428336" cy="42833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CA2701C-C2E9-4FAE-BCEC-AAA501E220E1}">
      <dsp:nvSpPr>
        <dsp:cNvPr id="0" name=""/>
        <dsp:cNvSpPr/>
      </dsp:nvSpPr>
      <dsp:spPr>
        <a:xfrm>
          <a:off x="899507" y="2922305"/>
          <a:ext cx="5898167" cy="778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422" tIns="82422" rIns="82422" bIns="82422" numCol="1" spcCol="1270" anchor="ctr" anchorCtr="0">
          <a:noAutofit/>
        </a:bodyPr>
        <a:lstStyle/>
        <a:p>
          <a:pPr marL="0" lvl="0" indent="0" algn="l" defTabSz="711200">
            <a:lnSpc>
              <a:spcPct val="90000"/>
            </a:lnSpc>
            <a:spcBef>
              <a:spcPct val="0"/>
            </a:spcBef>
            <a:spcAft>
              <a:spcPct val="35000"/>
            </a:spcAft>
            <a:buNone/>
          </a:pPr>
          <a:r>
            <a:rPr lang="en-US" sz="1600" kern="1200"/>
            <a:t>Independent studies – a great way for gifted kids to take “a deep dive” and really explore a topic of interest</a:t>
          </a:r>
        </a:p>
      </dsp:txBody>
      <dsp:txXfrm>
        <a:off x="899507" y="2922305"/>
        <a:ext cx="5898167" cy="778794"/>
      </dsp:txXfrm>
    </dsp:sp>
    <dsp:sp modelId="{5AB6B6ED-435B-4F4C-89BF-F771AEB2FDDC}">
      <dsp:nvSpPr>
        <dsp:cNvPr id="0" name=""/>
        <dsp:cNvSpPr/>
      </dsp:nvSpPr>
      <dsp:spPr>
        <a:xfrm>
          <a:off x="0" y="3895797"/>
          <a:ext cx="6797675" cy="778794"/>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4984E19-850E-4C2F-922B-FDD01C1E6686}">
      <dsp:nvSpPr>
        <dsp:cNvPr id="0" name=""/>
        <dsp:cNvSpPr/>
      </dsp:nvSpPr>
      <dsp:spPr>
        <a:xfrm>
          <a:off x="235585" y="4071026"/>
          <a:ext cx="428336" cy="42833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022970B-7B46-44B5-9D3F-2D8F17E27E4F}">
      <dsp:nvSpPr>
        <dsp:cNvPr id="0" name=""/>
        <dsp:cNvSpPr/>
      </dsp:nvSpPr>
      <dsp:spPr>
        <a:xfrm>
          <a:off x="899507" y="3895797"/>
          <a:ext cx="5898167" cy="778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422" tIns="82422" rIns="82422" bIns="82422" numCol="1" spcCol="1270" anchor="ctr" anchorCtr="0">
          <a:noAutofit/>
        </a:bodyPr>
        <a:lstStyle/>
        <a:p>
          <a:pPr marL="0" lvl="0" indent="0" algn="l" defTabSz="711200">
            <a:lnSpc>
              <a:spcPct val="90000"/>
            </a:lnSpc>
            <a:spcBef>
              <a:spcPct val="0"/>
            </a:spcBef>
            <a:spcAft>
              <a:spcPct val="35000"/>
            </a:spcAft>
            <a:buNone/>
          </a:pPr>
          <a:r>
            <a:rPr lang="en-US" sz="1600" kern="1200"/>
            <a:t>Acceleration – where’s the next place that this student can go to get what they really need?</a:t>
          </a:r>
        </a:p>
      </dsp:txBody>
      <dsp:txXfrm>
        <a:off x="899507" y="3895797"/>
        <a:ext cx="5898167" cy="778794"/>
      </dsp:txXfrm>
    </dsp:sp>
    <dsp:sp modelId="{C32C963A-C847-474F-A561-7B48B43BFC14}">
      <dsp:nvSpPr>
        <dsp:cNvPr id="0" name=""/>
        <dsp:cNvSpPr/>
      </dsp:nvSpPr>
      <dsp:spPr>
        <a:xfrm>
          <a:off x="0" y="4869290"/>
          <a:ext cx="6797675" cy="778794"/>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BB1046D-9C55-4602-8597-AEE23D712F4A}">
      <dsp:nvSpPr>
        <dsp:cNvPr id="0" name=""/>
        <dsp:cNvSpPr/>
      </dsp:nvSpPr>
      <dsp:spPr>
        <a:xfrm>
          <a:off x="235585" y="5044518"/>
          <a:ext cx="428336" cy="428336"/>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11D7692-FA64-4940-926D-6FC96B687ABC}">
      <dsp:nvSpPr>
        <dsp:cNvPr id="0" name=""/>
        <dsp:cNvSpPr/>
      </dsp:nvSpPr>
      <dsp:spPr>
        <a:xfrm>
          <a:off x="899507" y="4869290"/>
          <a:ext cx="5898167" cy="7787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422" tIns="82422" rIns="82422" bIns="82422" numCol="1" spcCol="1270" anchor="ctr" anchorCtr="0">
          <a:noAutofit/>
        </a:bodyPr>
        <a:lstStyle/>
        <a:p>
          <a:pPr marL="0" lvl="0" indent="0" algn="l" defTabSz="711200">
            <a:lnSpc>
              <a:spcPct val="90000"/>
            </a:lnSpc>
            <a:spcBef>
              <a:spcPct val="0"/>
            </a:spcBef>
            <a:spcAft>
              <a:spcPct val="35000"/>
            </a:spcAft>
            <a:buNone/>
          </a:pPr>
          <a:r>
            <a:rPr lang="en-US" sz="1600" kern="1200"/>
            <a:t>Social and Emotional Learning (SEL) – find ways for your gifted kids to engage socially in class (</a:t>
          </a:r>
          <a:r>
            <a:rPr lang="en-US" sz="1600" kern="1200">
              <a:hlinkClick xmlns:r="http://schemas.openxmlformats.org/officeDocument/2006/relationships" r:id="rId13"/>
            </a:rPr>
            <a:t>www.casel.org</a:t>
          </a:r>
          <a:r>
            <a:rPr lang="en-US" sz="1600" kern="1200"/>
            <a:t> or email me)</a:t>
          </a:r>
        </a:p>
      </dsp:txBody>
      <dsp:txXfrm>
        <a:off x="899507" y="4869290"/>
        <a:ext cx="5898167" cy="77879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338CBB-7678-4CD7-8DEB-8EEF1DEB2410}">
      <dsp:nvSpPr>
        <dsp:cNvPr id="0" name=""/>
        <dsp:cNvSpPr/>
      </dsp:nvSpPr>
      <dsp:spPr>
        <a:xfrm>
          <a:off x="0" y="3072"/>
          <a:ext cx="10058399" cy="521370"/>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72BA0EA-7929-433F-AD17-50E852BCFE58}">
      <dsp:nvSpPr>
        <dsp:cNvPr id="0" name=""/>
        <dsp:cNvSpPr/>
      </dsp:nvSpPr>
      <dsp:spPr>
        <a:xfrm>
          <a:off x="157714" y="120380"/>
          <a:ext cx="286753" cy="28675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65C1D60-B0D3-4383-B628-C723E5A92AEF}">
      <dsp:nvSpPr>
        <dsp:cNvPr id="0" name=""/>
        <dsp:cNvSpPr/>
      </dsp:nvSpPr>
      <dsp:spPr>
        <a:xfrm>
          <a:off x="602182" y="3072"/>
          <a:ext cx="9455628" cy="5213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5178" tIns="55178" rIns="55178" bIns="55178" numCol="1" spcCol="1270" anchor="ctr" anchorCtr="0">
          <a:noAutofit/>
        </a:bodyPr>
        <a:lstStyle/>
        <a:p>
          <a:pPr marL="0" lvl="0" indent="0" algn="l" defTabSz="844550">
            <a:lnSpc>
              <a:spcPct val="90000"/>
            </a:lnSpc>
            <a:spcBef>
              <a:spcPct val="0"/>
            </a:spcBef>
            <a:spcAft>
              <a:spcPct val="35000"/>
            </a:spcAft>
            <a:buNone/>
          </a:pPr>
          <a:r>
            <a:rPr lang="en-US" sz="1900" kern="1200"/>
            <a:t>There are gifted kids in EVERY classroom (and they might not know it)</a:t>
          </a:r>
        </a:p>
      </dsp:txBody>
      <dsp:txXfrm>
        <a:off x="602182" y="3072"/>
        <a:ext cx="9455628" cy="521370"/>
      </dsp:txXfrm>
    </dsp:sp>
    <dsp:sp modelId="{38B70517-11CF-4ADE-900A-066AA3E5AF38}">
      <dsp:nvSpPr>
        <dsp:cNvPr id="0" name=""/>
        <dsp:cNvSpPr/>
      </dsp:nvSpPr>
      <dsp:spPr>
        <a:xfrm>
          <a:off x="0" y="654785"/>
          <a:ext cx="10058399" cy="521370"/>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A2E6F62-74D4-46A0-995A-D088ADC4BD80}">
      <dsp:nvSpPr>
        <dsp:cNvPr id="0" name=""/>
        <dsp:cNvSpPr/>
      </dsp:nvSpPr>
      <dsp:spPr>
        <a:xfrm>
          <a:off x="157714" y="772093"/>
          <a:ext cx="286753" cy="28675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6D49644-40B8-41BB-9571-D4D5CE808ACC}">
      <dsp:nvSpPr>
        <dsp:cNvPr id="0" name=""/>
        <dsp:cNvSpPr/>
      </dsp:nvSpPr>
      <dsp:spPr>
        <a:xfrm>
          <a:off x="602182" y="654785"/>
          <a:ext cx="9455628" cy="5213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5178" tIns="55178" rIns="55178" bIns="55178" numCol="1" spcCol="1270" anchor="ctr" anchorCtr="0">
          <a:noAutofit/>
        </a:bodyPr>
        <a:lstStyle/>
        <a:p>
          <a:pPr marL="0" lvl="0" indent="0" algn="l" defTabSz="844550">
            <a:lnSpc>
              <a:spcPct val="90000"/>
            </a:lnSpc>
            <a:spcBef>
              <a:spcPct val="0"/>
            </a:spcBef>
            <a:spcAft>
              <a:spcPct val="35000"/>
            </a:spcAft>
            <a:buNone/>
          </a:pPr>
          <a:r>
            <a:rPr lang="en-US" sz="1900" kern="1200"/>
            <a:t>Supporting our best and brightest is very important</a:t>
          </a:r>
        </a:p>
      </dsp:txBody>
      <dsp:txXfrm>
        <a:off x="602182" y="654785"/>
        <a:ext cx="9455628" cy="521370"/>
      </dsp:txXfrm>
    </dsp:sp>
    <dsp:sp modelId="{D38A3691-E5CE-4F59-B141-AB58701B1D8E}">
      <dsp:nvSpPr>
        <dsp:cNvPr id="0" name=""/>
        <dsp:cNvSpPr/>
      </dsp:nvSpPr>
      <dsp:spPr>
        <a:xfrm>
          <a:off x="0" y="1306498"/>
          <a:ext cx="10058399" cy="521370"/>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3220FA6-0B52-4739-B0D5-662912ECB706}">
      <dsp:nvSpPr>
        <dsp:cNvPr id="0" name=""/>
        <dsp:cNvSpPr/>
      </dsp:nvSpPr>
      <dsp:spPr>
        <a:xfrm>
          <a:off x="157714" y="1423806"/>
          <a:ext cx="286753" cy="28675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AE1E7CD-B648-40FD-AB83-7C497C8BCB3D}">
      <dsp:nvSpPr>
        <dsp:cNvPr id="0" name=""/>
        <dsp:cNvSpPr/>
      </dsp:nvSpPr>
      <dsp:spPr>
        <a:xfrm>
          <a:off x="602182" y="1306498"/>
          <a:ext cx="9455628" cy="5213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5178" tIns="55178" rIns="55178" bIns="55178" numCol="1" spcCol="1270" anchor="ctr" anchorCtr="0">
          <a:noAutofit/>
        </a:bodyPr>
        <a:lstStyle/>
        <a:p>
          <a:pPr marL="0" lvl="0" indent="0" algn="l" defTabSz="844550">
            <a:lnSpc>
              <a:spcPct val="90000"/>
            </a:lnSpc>
            <a:spcBef>
              <a:spcPct val="0"/>
            </a:spcBef>
            <a:spcAft>
              <a:spcPct val="35000"/>
            </a:spcAft>
            <a:buNone/>
          </a:pPr>
          <a:r>
            <a:rPr lang="en-US" sz="1900" kern="1200"/>
            <a:t>Pushes the boundaries of pedagogy and praxis </a:t>
          </a:r>
        </a:p>
      </dsp:txBody>
      <dsp:txXfrm>
        <a:off x="602182" y="1306498"/>
        <a:ext cx="9455628" cy="521370"/>
      </dsp:txXfrm>
    </dsp:sp>
    <dsp:sp modelId="{D478DF82-C245-4807-8775-FA0315849436}">
      <dsp:nvSpPr>
        <dsp:cNvPr id="0" name=""/>
        <dsp:cNvSpPr/>
      </dsp:nvSpPr>
      <dsp:spPr>
        <a:xfrm>
          <a:off x="0" y="1958211"/>
          <a:ext cx="10058399" cy="521370"/>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F40EDEE-4E85-454E-A5D1-76A88C28F177}">
      <dsp:nvSpPr>
        <dsp:cNvPr id="0" name=""/>
        <dsp:cNvSpPr/>
      </dsp:nvSpPr>
      <dsp:spPr>
        <a:xfrm>
          <a:off x="157714" y="2075519"/>
          <a:ext cx="286753" cy="28675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5BFFE3A-C224-4D15-AD0B-081075CF144B}">
      <dsp:nvSpPr>
        <dsp:cNvPr id="0" name=""/>
        <dsp:cNvSpPr/>
      </dsp:nvSpPr>
      <dsp:spPr>
        <a:xfrm>
          <a:off x="602182" y="1958211"/>
          <a:ext cx="9455628" cy="5213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5178" tIns="55178" rIns="55178" bIns="55178" numCol="1" spcCol="1270" anchor="ctr" anchorCtr="0">
          <a:noAutofit/>
        </a:bodyPr>
        <a:lstStyle/>
        <a:p>
          <a:pPr marL="0" lvl="0" indent="0" algn="l" defTabSz="844550">
            <a:lnSpc>
              <a:spcPct val="90000"/>
            </a:lnSpc>
            <a:spcBef>
              <a:spcPct val="0"/>
            </a:spcBef>
            <a:spcAft>
              <a:spcPct val="35000"/>
            </a:spcAft>
            <a:buNone/>
          </a:pPr>
          <a:r>
            <a:rPr lang="en-US" sz="1900" kern="1200"/>
            <a:t>Integration of social/emotional needs and education</a:t>
          </a:r>
        </a:p>
      </dsp:txBody>
      <dsp:txXfrm>
        <a:off x="602182" y="1958211"/>
        <a:ext cx="9455628" cy="521370"/>
      </dsp:txXfrm>
    </dsp:sp>
    <dsp:sp modelId="{3488435B-B597-4755-BA41-7057805C487D}">
      <dsp:nvSpPr>
        <dsp:cNvPr id="0" name=""/>
        <dsp:cNvSpPr/>
      </dsp:nvSpPr>
      <dsp:spPr>
        <a:xfrm>
          <a:off x="0" y="2609924"/>
          <a:ext cx="10058399" cy="521370"/>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0D3AA92-1642-41C0-B4DF-D2E992DDB211}">
      <dsp:nvSpPr>
        <dsp:cNvPr id="0" name=""/>
        <dsp:cNvSpPr/>
      </dsp:nvSpPr>
      <dsp:spPr>
        <a:xfrm>
          <a:off x="157714" y="2727232"/>
          <a:ext cx="286753" cy="286753"/>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B593A19-FDBC-4C28-8C03-C25B1EA53208}">
      <dsp:nvSpPr>
        <dsp:cNvPr id="0" name=""/>
        <dsp:cNvSpPr/>
      </dsp:nvSpPr>
      <dsp:spPr>
        <a:xfrm>
          <a:off x="602182" y="2609924"/>
          <a:ext cx="4526280" cy="5213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5178" tIns="55178" rIns="55178" bIns="55178" numCol="1" spcCol="1270" anchor="ctr" anchorCtr="0">
          <a:noAutofit/>
        </a:bodyPr>
        <a:lstStyle/>
        <a:p>
          <a:pPr marL="0" lvl="0" indent="0" algn="l" defTabSz="844550">
            <a:lnSpc>
              <a:spcPct val="90000"/>
            </a:lnSpc>
            <a:spcBef>
              <a:spcPct val="0"/>
            </a:spcBef>
            <a:spcAft>
              <a:spcPct val="35000"/>
            </a:spcAft>
            <a:buNone/>
          </a:pPr>
          <a:r>
            <a:rPr lang="en-US" sz="1900" kern="1200"/>
            <a:t>High-level collaboration</a:t>
          </a:r>
        </a:p>
      </dsp:txBody>
      <dsp:txXfrm>
        <a:off x="602182" y="2609924"/>
        <a:ext cx="4526280" cy="521370"/>
      </dsp:txXfrm>
    </dsp:sp>
    <dsp:sp modelId="{46B917B3-8AD4-4115-BFE0-8B74EB54629C}">
      <dsp:nvSpPr>
        <dsp:cNvPr id="0" name=""/>
        <dsp:cNvSpPr/>
      </dsp:nvSpPr>
      <dsp:spPr>
        <a:xfrm>
          <a:off x="5128462" y="2609924"/>
          <a:ext cx="4929348" cy="5213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5178" tIns="55178" rIns="55178" bIns="55178" numCol="1" spcCol="1270" anchor="ctr" anchorCtr="0">
          <a:noAutofit/>
        </a:bodyPr>
        <a:lstStyle/>
        <a:p>
          <a:pPr marL="0" lvl="0" indent="0" algn="l" defTabSz="488950">
            <a:lnSpc>
              <a:spcPct val="90000"/>
            </a:lnSpc>
            <a:spcBef>
              <a:spcPct val="0"/>
            </a:spcBef>
            <a:spcAft>
              <a:spcPct val="35000"/>
            </a:spcAft>
            <a:buNone/>
          </a:pPr>
          <a:r>
            <a:rPr lang="en-US" sz="1100" kern="1200"/>
            <a:t>Individualized Education Plans (IEP)</a:t>
          </a:r>
        </a:p>
        <a:p>
          <a:pPr marL="0" lvl="0" indent="0" algn="l" defTabSz="488950">
            <a:lnSpc>
              <a:spcPct val="90000"/>
            </a:lnSpc>
            <a:spcBef>
              <a:spcPct val="0"/>
            </a:spcBef>
            <a:spcAft>
              <a:spcPct val="35000"/>
            </a:spcAft>
            <a:buNone/>
          </a:pPr>
          <a:r>
            <a:rPr lang="en-US" sz="1100" kern="1200"/>
            <a:t>Gifted-IEP</a:t>
          </a:r>
        </a:p>
        <a:p>
          <a:pPr marL="0" lvl="0" indent="0" algn="l" defTabSz="488950">
            <a:lnSpc>
              <a:spcPct val="90000"/>
            </a:lnSpc>
            <a:spcBef>
              <a:spcPct val="0"/>
            </a:spcBef>
            <a:spcAft>
              <a:spcPct val="35000"/>
            </a:spcAft>
            <a:buNone/>
          </a:pPr>
          <a:r>
            <a:rPr lang="en-US" sz="1100" kern="1200"/>
            <a:t>504 Plans</a:t>
          </a:r>
        </a:p>
      </dsp:txBody>
      <dsp:txXfrm>
        <a:off x="5128462" y="2609924"/>
        <a:ext cx="4929348" cy="521370"/>
      </dsp:txXfrm>
    </dsp:sp>
    <dsp:sp modelId="{D9054F11-547E-4687-8BEA-3DDF9B9979AC}">
      <dsp:nvSpPr>
        <dsp:cNvPr id="0" name=""/>
        <dsp:cNvSpPr/>
      </dsp:nvSpPr>
      <dsp:spPr>
        <a:xfrm>
          <a:off x="0" y="3261637"/>
          <a:ext cx="10058399" cy="521370"/>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03D874E-230D-4567-8A8F-614A021AE2AE}">
      <dsp:nvSpPr>
        <dsp:cNvPr id="0" name=""/>
        <dsp:cNvSpPr/>
      </dsp:nvSpPr>
      <dsp:spPr>
        <a:xfrm>
          <a:off x="157714" y="3378945"/>
          <a:ext cx="286753" cy="286753"/>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49EB537-DB2A-4FEB-9E02-08081421D2A8}">
      <dsp:nvSpPr>
        <dsp:cNvPr id="0" name=""/>
        <dsp:cNvSpPr/>
      </dsp:nvSpPr>
      <dsp:spPr>
        <a:xfrm>
          <a:off x="602182" y="3261637"/>
          <a:ext cx="9455628" cy="5213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5178" tIns="55178" rIns="55178" bIns="55178" numCol="1" spcCol="1270" anchor="ctr" anchorCtr="0">
          <a:noAutofit/>
        </a:bodyPr>
        <a:lstStyle/>
        <a:p>
          <a:pPr marL="0" lvl="0" indent="0" algn="l" defTabSz="844550">
            <a:lnSpc>
              <a:spcPct val="90000"/>
            </a:lnSpc>
            <a:spcBef>
              <a:spcPct val="0"/>
            </a:spcBef>
            <a:spcAft>
              <a:spcPct val="35000"/>
            </a:spcAft>
            <a:buNone/>
          </a:pPr>
          <a:r>
            <a:rPr lang="en-US" sz="1900" kern="1200"/>
            <a:t>Gifted education is a great career prospect</a:t>
          </a:r>
        </a:p>
      </dsp:txBody>
      <dsp:txXfrm>
        <a:off x="602182" y="3261637"/>
        <a:ext cx="9455628" cy="52137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9A67C9-A405-4D42-96F4-FC771D532574}">
      <dsp:nvSpPr>
        <dsp:cNvPr id="0" name=""/>
        <dsp:cNvSpPr/>
      </dsp:nvSpPr>
      <dsp:spPr>
        <a:xfrm>
          <a:off x="0" y="6285"/>
          <a:ext cx="10058399" cy="76752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We Need to ACHIEVE!</a:t>
          </a:r>
        </a:p>
      </dsp:txBody>
      <dsp:txXfrm>
        <a:off x="37467" y="43752"/>
        <a:ext cx="9983465" cy="692586"/>
      </dsp:txXfrm>
    </dsp:sp>
    <dsp:sp modelId="{EBA7EBDC-0FD0-4A6F-98BD-2D11DC4A0816}">
      <dsp:nvSpPr>
        <dsp:cNvPr id="0" name=""/>
        <dsp:cNvSpPr/>
      </dsp:nvSpPr>
      <dsp:spPr>
        <a:xfrm>
          <a:off x="0" y="773805"/>
          <a:ext cx="10058399" cy="2980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9354" tIns="40640" rIns="227584" bIns="40640" numCol="1" spcCol="1270" anchor="t" anchorCtr="0">
          <a:noAutofit/>
        </a:bodyPr>
        <a:lstStyle/>
        <a:p>
          <a:pPr marL="228600" lvl="1" indent="-228600" algn="l" defTabSz="1111250">
            <a:lnSpc>
              <a:spcPct val="90000"/>
            </a:lnSpc>
            <a:spcBef>
              <a:spcPct val="0"/>
            </a:spcBef>
            <a:spcAft>
              <a:spcPct val="20000"/>
            </a:spcAft>
            <a:buChar char="•"/>
          </a:pPr>
          <a:r>
            <a:rPr lang="en-US" sz="2500" kern="1200"/>
            <a:t>Be Authentic </a:t>
          </a:r>
        </a:p>
        <a:p>
          <a:pPr marL="228600" lvl="1" indent="-228600" algn="l" defTabSz="1111250">
            <a:lnSpc>
              <a:spcPct val="90000"/>
            </a:lnSpc>
            <a:spcBef>
              <a:spcPct val="0"/>
            </a:spcBef>
            <a:spcAft>
              <a:spcPct val="20000"/>
            </a:spcAft>
            <a:buChar char="•"/>
          </a:pPr>
          <a:r>
            <a:rPr lang="en-US" sz="2500" kern="1200"/>
            <a:t>Be Creative</a:t>
          </a:r>
        </a:p>
        <a:p>
          <a:pPr marL="228600" lvl="1" indent="-228600" algn="l" defTabSz="1111250">
            <a:lnSpc>
              <a:spcPct val="90000"/>
            </a:lnSpc>
            <a:spcBef>
              <a:spcPct val="0"/>
            </a:spcBef>
            <a:spcAft>
              <a:spcPct val="20000"/>
            </a:spcAft>
            <a:buChar char="•"/>
          </a:pPr>
          <a:r>
            <a:rPr lang="en-US" sz="2500" kern="1200"/>
            <a:t>Be Humble</a:t>
          </a:r>
        </a:p>
        <a:p>
          <a:pPr marL="228600" lvl="1" indent="-228600" algn="l" defTabSz="1111250">
            <a:lnSpc>
              <a:spcPct val="90000"/>
            </a:lnSpc>
            <a:spcBef>
              <a:spcPct val="0"/>
            </a:spcBef>
            <a:spcAft>
              <a:spcPct val="20000"/>
            </a:spcAft>
            <a:buChar char="•"/>
          </a:pPr>
          <a:r>
            <a:rPr lang="en-US" sz="2500" kern="1200"/>
            <a:t>Be Investigatory</a:t>
          </a:r>
        </a:p>
        <a:p>
          <a:pPr marL="228600" lvl="1" indent="-228600" algn="l" defTabSz="1111250">
            <a:lnSpc>
              <a:spcPct val="90000"/>
            </a:lnSpc>
            <a:spcBef>
              <a:spcPct val="0"/>
            </a:spcBef>
            <a:spcAft>
              <a:spcPct val="20000"/>
            </a:spcAft>
            <a:buChar char="•"/>
          </a:pPr>
          <a:r>
            <a:rPr lang="en-US" sz="2500" kern="1200"/>
            <a:t>Be Explicit </a:t>
          </a:r>
        </a:p>
        <a:p>
          <a:pPr marL="228600" lvl="1" indent="-228600" algn="l" defTabSz="1111250">
            <a:lnSpc>
              <a:spcPct val="90000"/>
            </a:lnSpc>
            <a:spcBef>
              <a:spcPct val="0"/>
            </a:spcBef>
            <a:spcAft>
              <a:spcPct val="20000"/>
            </a:spcAft>
            <a:buChar char="•"/>
          </a:pPr>
          <a:r>
            <a:rPr lang="en-US" sz="2500" kern="1200"/>
            <a:t>Be Very Communicative </a:t>
          </a:r>
        </a:p>
        <a:p>
          <a:pPr marL="228600" lvl="1" indent="-228600" algn="l" defTabSz="1111250">
            <a:lnSpc>
              <a:spcPct val="90000"/>
            </a:lnSpc>
            <a:spcBef>
              <a:spcPct val="0"/>
            </a:spcBef>
            <a:spcAft>
              <a:spcPct val="20000"/>
            </a:spcAft>
            <a:buChar char="•"/>
          </a:pPr>
          <a:r>
            <a:rPr lang="en-US" sz="2500" kern="1200"/>
            <a:t>Be Empathetic </a:t>
          </a:r>
        </a:p>
      </dsp:txBody>
      <dsp:txXfrm>
        <a:off x="0" y="773805"/>
        <a:ext cx="10058399" cy="298080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EEDEE0-5C84-E044-AC14-0DAE51A7F266}">
      <dsp:nvSpPr>
        <dsp:cNvPr id="0" name=""/>
        <dsp:cNvSpPr/>
      </dsp:nvSpPr>
      <dsp:spPr>
        <a:xfrm>
          <a:off x="0" y="39687"/>
          <a:ext cx="3286125" cy="1971675"/>
        </a:xfrm>
        <a:prstGeom prst="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Psychotherapy – focus on skill-building and emotional processing</a:t>
          </a:r>
        </a:p>
      </dsp:txBody>
      <dsp:txXfrm>
        <a:off x="0" y="39687"/>
        <a:ext cx="3286125" cy="1971675"/>
      </dsp:txXfrm>
    </dsp:sp>
    <dsp:sp modelId="{16617CD0-764E-9341-8138-D677EB164F1E}">
      <dsp:nvSpPr>
        <dsp:cNvPr id="0" name=""/>
        <dsp:cNvSpPr/>
      </dsp:nvSpPr>
      <dsp:spPr>
        <a:xfrm>
          <a:off x="3614737" y="39687"/>
          <a:ext cx="3286125" cy="1971675"/>
        </a:xfrm>
        <a:prstGeom prst="rect">
          <a:avLst/>
        </a:prstGeom>
        <a:solidFill>
          <a:schemeClr val="accent2">
            <a:hueOff val="296397"/>
            <a:satOff val="-21"/>
            <a:lumOff val="1373"/>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Coaching – in specific lagging academic skills (i.e., reading)</a:t>
          </a:r>
        </a:p>
      </dsp:txBody>
      <dsp:txXfrm>
        <a:off x="3614737" y="39687"/>
        <a:ext cx="3286125" cy="1971675"/>
      </dsp:txXfrm>
    </dsp:sp>
    <dsp:sp modelId="{1FDC98D9-1B4B-FC41-8AD3-553FE95B9A42}">
      <dsp:nvSpPr>
        <dsp:cNvPr id="0" name=""/>
        <dsp:cNvSpPr/>
      </dsp:nvSpPr>
      <dsp:spPr>
        <a:xfrm>
          <a:off x="7229475" y="39687"/>
          <a:ext cx="3286125" cy="1971675"/>
        </a:xfrm>
        <a:prstGeom prst="rect">
          <a:avLst/>
        </a:prstGeom>
        <a:solidFill>
          <a:schemeClr val="accent2">
            <a:hueOff val="592794"/>
            <a:satOff val="-43"/>
            <a:lumOff val="2745"/>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Occupational Theory – kinesthetic skills, organization, time management</a:t>
          </a:r>
        </a:p>
      </dsp:txBody>
      <dsp:txXfrm>
        <a:off x="7229475" y="39687"/>
        <a:ext cx="3286125" cy="1971675"/>
      </dsp:txXfrm>
    </dsp:sp>
    <dsp:sp modelId="{E3F7D5C5-3D9C-BB4F-B2C2-2A9B0B1261C8}">
      <dsp:nvSpPr>
        <dsp:cNvPr id="0" name=""/>
        <dsp:cNvSpPr/>
      </dsp:nvSpPr>
      <dsp:spPr>
        <a:xfrm>
          <a:off x="0" y="2339975"/>
          <a:ext cx="3286125" cy="1971675"/>
        </a:xfrm>
        <a:prstGeom prst="rect">
          <a:avLst/>
        </a:prstGeom>
        <a:solidFill>
          <a:schemeClr val="accent2">
            <a:hueOff val="889192"/>
            <a:satOff val="-64"/>
            <a:lumOff val="4118"/>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Speech-Language Pathology – as needed</a:t>
          </a:r>
        </a:p>
      </dsp:txBody>
      <dsp:txXfrm>
        <a:off x="0" y="2339975"/>
        <a:ext cx="3286125" cy="1971675"/>
      </dsp:txXfrm>
    </dsp:sp>
    <dsp:sp modelId="{C93965C5-5337-C64A-9259-882C5C3CB2D4}">
      <dsp:nvSpPr>
        <dsp:cNvPr id="0" name=""/>
        <dsp:cNvSpPr/>
      </dsp:nvSpPr>
      <dsp:spPr>
        <a:xfrm>
          <a:off x="3614737" y="2339975"/>
          <a:ext cx="3286125" cy="1971675"/>
        </a:xfrm>
        <a:prstGeom prst="rect">
          <a:avLst/>
        </a:prstGeom>
        <a:solidFill>
          <a:schemeClr val="accent2">
            <a:hueOff val="1185589"/>
            <a:satOff val="-86"/>
            <a:lumOff val="549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Educational Advocate – to help with asking for/receiving appropriate accommodations in the G/IEP world</a:t>
          </a:r>
        </a:p>
      </dsp:txBody>
      <dsp:txXfrm>
        <a:off x="3614737" y="2339975"/>
        <a:ext cx="3286125" cy="1971675"/>
      </dsp:txXfrm>
    </dsp:sp>
    <dsp:sp modelId="{3CB9A110-85FF-C64D-800F-1274BBC0E117}">
      <dsp:nvSpPr>
        <dsp:cNvPr id="0" name=""/>
        <dsp:cNvSpPr/>
      </dsp:nvSpPr>
      <dsp:spPr>
        <a:xfrm>
          <a:off x="7229475" y="2339975"/>
          <a:ext cx="3286125" cy="1971675"/>
        </a:xfrm>
        <a:prstGeom prst="rect">
          <a:avLst/>
        </a:prstGeom>
        <a:solidFill>
          <a:schemeClr val="accent2">
            <a:hueOff val="1481986"/>
            <a:satOff val="-107"/>
            <a:lumOff val="6863"/>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b="1" u="sng" kern="1200" dirty="0"/>
            <a:t>When it doubt – follow the child’s interest(s)!  </a:t>
          </a:r>
        </a:p>
      </dsp:txBody>
      <dsp:txXfrm>
        <a:off x="7229475" y="2339975"/>
        <a:ext cx="3286125" cy="197167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B6E1CF-789D-43B4-B0FB-19753521AAFF}">
      <dsp:nvSpPr>
        <dsp:cNvPr id="0" name=""/>
        <dsp:cNvSpPr/>
      </dsp:nvSpPr>
      <dsp:spPr>
        <a:xfrm>
          <a:off x="0" y="71715"/>
          <a:ext cx="10058399" cy="835379"/>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Matching your child’s educational experience at school to be more in line with their needs</a:t>
          </a:r>
        </a:p>
      </dsp:txBody>
      <dsp:txXfrm>
        <a:off x="40780" y="112495"/>
        <a:ext cx="9976839" cy="753819"/>
      </dsp:txXfrm>
    </dsp:sp>
    <dsp:sp modelId="{46C5F051-F40F-4DE1-91BD-65F26D9EC19D}">
      <dsp:nvSpPr>
        <dsp:cNvPr id="0" name=""/>
        <dsp:cNvSpPr/>
      </dsp:nvSpPr>
      <dsp:spPr>
        <a:xfrm>
          <a:off x="0" y="907095"/>
          <a:ext cx="10058399" cy="27820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19354"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b="1" kern="1200" dirty="0"/>
            <a:t>In educational terms, 'Gifted' means that the child has an educational need in one or more subject areas.</a:t>
          </a:r>
          <a:br>
            <a:rPr lang="en-US" sz="1600" kern="1200" dirty="0"/>
          </a:br>
          <a:br>
            <a:rPr lang="en-US" sz="1600" kern="1200" dirty="0"/>
          </a:br>
          <a:r>
            <a:rPr lang="en-US" sz="1600" kern="1200" dirty="0"/>
            <a:t>For the purposes of education law in Pennsylvania the term "gifted" applies to a child who learns differently enough from most other children to require measures and methods beyond those used in the normal grade-level taken in the classroom.</a:t>
          </a:r>
          <a:br>
            <a:rPr lang="en-US" sz="1600" kern="1200" dirty="0"/>
          </a:br>
          <a:r>
            <a:rPr lang="en-US" sz="1600" kern="1200" dirty="0"/>
            <a:t> </a:t>
          </a:r>
        </a:p>
        <a:p>
          <a:pPr marL="171450" lvl="1" indent="-171450" algn="l" defTabSz="711200">
            <a:lnSpc>
              <a:spcPct val="90000"/>
            </a:lnSpc>
            <a:spcBef>
              <a:spcPct val="0"/>
            </a:spcBef>
            <a:spcAft>
              <a:spcPct val="20000"/>
            </a:spcAft>
            <a:buChar char="•"/>
          </a:pPr>
          <a:r>
            <a:rPr lang="en-US" sz="1600" b="1" kern="1200"/>
            <a:t>A gifted child's educational needs must be identified using a calculation that is reasonable and met through a plan called the Gifted IEP designed to provide an education of meaningful benefit to the child.</a:t>
          </a:r>
          <a:br>
            <a:rPr lang="en-US" sz="1600" kern="1200"/>
          </a:br>
          <a:br>
            <a:rPr lang="en-US" sz="1600" kern="1200"/>
          </a:br>
          <a:r>
            <a:rPr lang="en-US" sz="1600" kern="1200"/>
            <a:t>The school must plan to meet the needs of each gifted child based on each child's individual needs.</a:t>
          </a:r>
          <a:br>
            <a:rPr lang="en-US" sz="1600" kern="1200"/>
          </a:br>
          <a:br>
            <a:rPr lang="en-US" sz="1600" kern="1200"/>
          </a:br>
          <a:endParaRPr lang="en-US" sz="1600" kern="1200"/>
        </a:p>
      </dsp:txBody>
      <dsp:txXfrm>
        <a:off x="0" y="907095"/>
        <a:ext cx="10058399" cy="278208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7F716B-3C8E-4A7F-9365-98A33FC7CDF1}">
      <dsp:nvSpPr>
        <dsp:cNvPr id="0" name=""/>
        <dsp:cNvSpPr/>
      </dsp:nvSpPr>
      <dsp:spPr>
        <a:xfrm>
          <a:off x="0" y="104234"/>
          <a:ext cx="6797675" cy="873953"/>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Request an evaluation in writing </a:t>
          </a:r>
        </a:p>
      </dsp:txBody>
      <dsp:txXfrm>
        <a:off x="42663" y="146897"/>
        <a:ext cx="6712349" cy="788627"/>
      </dsp:txXfrm>
    </dsp:sp>
    <dsp:sp modelId="{29580904-F8CA-4476-9042-056A0BBC9C52}">
      <dsp:nvSpPr>
        <dsp:cNvPr id="0" name=""/>
        <dsp:cNvSpPr/>
      </dsp:nvSpPr>
      <dsp:spPr>
        <a:xfrm>
          <a:off x="0" y="978188"/>
          <a:ext cx="6797675" cy="364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5826"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a:t>The District may ask for a gifted screener </a:t>
          </a:r>
        </a:p>
      </dsp:txBody>
      <dsp:txXfrm>
        <a:off x="0" y="978188"/>
        <a:ext cx="6797675" cy="364320"/>
      </dsp:txXfrm>
    </dsp:sp>
    <dsp:sp modelId="{7198BE87-98C1-4FF9-92AB-AD4997AA532F}">
      <dsp:nvSpPr>
        <dsp:cNvPr id="0" name=""/>
        <dsp:cNvSpPr/>
      </dsp:nvSpPr>
      <dsp:spPr>
        <a:xfrm>
          <a:off x="0" y="1342508"/>
          <a:ext cx="6797675" cy="873953"/>
        </a:xfrm>
        <a:prstGeom prst="roundRect">
          <a:avLst/>
        </a:prstGeom>
        <a:solidFill>
          <a:schemeClr val="accent2">
            <a:hueOff val="370497"/>
            <a:satOff val="-27"/>
            <a:lumOff val="1716"/>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The District will send a Permission to Evaluate (PTE)</a:t>
          </a:r>
        </a:p>
      </dsp:txBody>
      <dsp:txXfrm>
        <a:off x="42663" y="1385171"/>
        <a:ext cx="6712349" cy="788627"/>
      </dsp:txXfrm>
    </dsp:sp>
    <dsp:sp modelId="{98A27151-78C4-49CA-B749-11FA40BA6C48}">
      <dsp:nvSpPr>
        <dsp:cNvPr id="0" name=""/>
        <dsp:cNvSpPr/>
      </dsp:nvSpPr>
      <dsp:spPr>
        <a:xfrm>
          <a:off x="0" y="2279821"/>
          <a:ext cx="6797675" cy="873953"/>
        </a:xfrm>
        <a:prstGeom prst="roundRect">
          <a:avLst/>
        </a:prstGeom>
        <a:solidFill>
          <a:schemeClr val="accent2">
            <a:hueOff val="740993"/>
            <a:satOff val="-54"/>
            <a:lumOff val="3431"/>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Once the District receives the signed PTE, they have 60 days to </a:t>
          </a:r>
        </a:p>
      </dsp:txBody>
      <dsp:txXfrm>
        <a:off x="42663" y="2322484"/>
        <a:ext cx="6712349" cy="788627"/>
      </dsp:txXfrm>
    </dsp:sp>
    <dsp:sp modelId="{32D45003-198B-4446-86E2-A339E858CB7E}">
      <dsp:nvSpPr>
        <dsp:cNvPr id="0" name=""/>
        <dsp:cNvSpPr/>
      </dsp:nvSpPr>
      <dsp:spPr>
        <a:xfrm>
          <a:off x="0" y="3153775"/>
          <a:ext cx="6797675" cy="5806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5826"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a:t>Evaluate the student</a:t>
          </a:r>
        </a:p>
        <a:p>
          <a:pPr marL="171450" lvl="1" indent="-171450" algn="l" defTabSz="755650">
            <a:lnSpc>
              <a:spcPct val="90000"/>
            </a:lnSpc>
            <a:spcBef>
              <a:spcPct val="0"/>
            </a:spcBef>
            <a:spcAft>
              <a:spcPct val="20000"/>
            </a:spcAft>
            <a:buChar char="•"/>
          </a:pPr>
          <a:r>
            <a:rPr lang="en-US" sz="1700" kern="1200"/>
            <a:t>Have the completed report in your possession </a:t>
          </a:r>
        </a:p>
      </dsp:txBody>
      <dsp:txXfrm>
        <a:off x="0" y="3153775"/>
        <a:ext cx="6797675" cy="580635"/>
      </dsp:txXfrm>
    </dsp:sp>
    <dsp:sp modelId="{3AD96ED6-06C7-4FC8-A2D3-7DC7E7DA94BD}">
      <dsp:nvSpPr>
        <dsp:cNvPr id="0" name=""/>
        <dsp:cNvSpPr/>
      </dsp:nvSpPr>
      <dsp:spPr>
        <a:xfrm>
          <a:off x="0" y="3734410"/>
          <a:ext cx="6797675" cy="873953"/>
        </a:xfrm>
        <a:prstGeom prst="roundRect">
          <a:avLst/>
        </a:prstGeom>
        <a:solidFill>
          <a:schemeClr val="accent2">
            <a:hueOff val="1111490"/>
            <a:satOff val="-80"/>
            <a:lumOff val="5147"/>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The evaluation results are put into a Gifted Written Report (GWR)</a:t>
          </a:r>
        </a:p>
      </dsp:txBody>
      <dsp:txXfrm>
        <a:off x="42663" y="3777073"/>
        <a:ext cx="6712349" cy="788627"/>
      </dsp:txXfrm>
    </dsp:sp>
    <dsp:sp modelId="{7C4E26C9-A950-4758-A58C-A488D82CD636}">
      <dsp:nvSpPr>
        <dsp:cNvPr id="0" name=""/>
        <dsp:cNvSpPr/>
      </dsp:nvSpPr>
      <dsp:spPr>
        <a:xfrm>
          <a:off x="0" y="4671723"/>
          <a:ext cx="6797675" cy="873953"/>
        </a:xfrm>
        <a:prstGeom prst="roundRect">
          <a:avLst/>
        </a:prstGeom>
        <a:solidFill>
          <a:schemeClr val="accent2">
            <a:hueOff val="1481986"/>
            <a:satOff val="-107"/>
            <a:lumOff val="6863"/>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If the GWR shows the need for specialized instruction, a G-IEP meeting will be convened </a:t>
          </a:r>
        </a:p>
      </dsp:txBody>
      <dsp:txXfrm>
        <a:off x="42663" y="4714386"/>
        <a:ext cx="6712349" cy="78862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18396A-E020-44C9-8D7C-F7E3F95FCB63}">
      <dsp:nvSpPr>
        <dsp:cNvPr id="0" name=""/>
        <dsp:cNvSpPr/>
      </dsp:nvSpPr>
      <dsp:spPr>
        <a:xfrm>
          <a:off x="0" y="4252987"/>
          <a:ext cx="6797675" cy="1395925"/>
        </a:xfrm>
        <a:prstGeom prst="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US" sz="2100" kern="1200"/>
            <a:t>A Gifted Individualized Education Plan (G-IEP) must be</a:t>
          </a:r>
        </a:p>
      </dsp:txBody>
      <dsp:txXfrm>
        <a:off x="0" y="4252987"/>
        <a:ext cx="6797675" cy="753799"/>
      </dsp:txXfrm>
    </dsp:sp>
    <dsp:sp modelId="{BDB74512-58CE-4CE3-8E9A-FAA24E4B722C}">
      <dsp:nvSpPr>
        <dsp:cNvPr id="0" name=""/>
        <dsp:cNvSpPr/>
      </dsp:nvSpPr>
      <dsp:spPr>
        <a:xfrm>
          <a:off x="3319" y="4978869"/>
          <a:ext cx="2263678" cy="642125"/>
        </a:xfrm>
        <a:prstGeom prst="rect">
          <a:avLst/>
        </a:prstGeom>
        <a:solidFill>
          <a:schemeClr val="accent2">
            <a:tint val="40000"/>
            <a:alpha val="90000"/>
            <a:hueOff val="0"/>
            <a:satOff val="0"/>
            <a:lumOff val="0"/>
            <a:alphaOff val="0"/>
          </a:schemeClr>
        </a:solidFill>
        <a:ln w="15875"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21590" rIns="120904" bIns="21590" numCol="1" spcCol="1270" anchor="ctr" anchorCtr="0">
          <a:noAutofit/>
        </a:bodyPr>
        <a:lstStyle/>
        <a:p>
          <a:pPr marL="0" lvl="0" indent="0" algn="ctr" defTabSz="755650">
            <a:lnSpc>
              <a:spcPct val="90000"/>
            </a:lnSpc>
            <a:spcBef>
              <a:spcPct val="0"/>
            </a:spcBef>
            <a:spcAft>
              <a:spcPct val="35000"/>
            </a:spcAft>
            <a:buNone/>
          </a:pPr>
          <a:r>
            <a:rPr lang="en-US" sz="1700" kern="1200"/>
            <a:t>Written to the specific needs of the child</a:t>
          </a:r>
        </a:p>
      </dsp:txBody>
      <dsp:txXfrm>
        <a:off x="3319" y="4978869"/>
        <a:ext cx="2263678" cy="642125"/>
      </dsp:txXfrm>
    </dsp:sp>
    <dsp:sp modelId="{7F40DD29-5228-46CD-96F6-4455D78D9BC8}">
      <dsp:nvSpPr>
        <dsp:cNvPr id="0" name=""/>
        <dsp:cNvSpPr/>
      </dsp:nvSpPr>
      <dsp:spPr>
        <a:xfrm>
          <a:off x="2266998" y="4978869"/>
          <a:ext cx="2263678" cy="642125"/>
        </a:xfrm>
        <a:prstGeom prst="rect">
          <a:avLst/>
        </a:prstGeom>
        <a:solidFill>
          <a:schemeClr val="accent2">
            <a:tint val="40000"/>
            <a:alpha val="90000"/>
            <a:hueOff val="690720"/>
            <a:satOff val="1049"/>
            <a:lumOff val="598"/>
            <a:alphaOff val="0"/>
          </a:schemeClr>
        </a:solidFill>
        <a:ln w="15875" cap="flat" cmpd="sng" algn="ctr">
          <a:solidFill>
            <a:schemeClr val="accent2">
              <a:tint val="40000"/>
              <a:alpha val="90000"/>
              <a:hueOff val="690720"/>
              <a:satOff val="1049"/>
              <a:lumOff val="59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21590" rIns="120904" bIns="21590" numCol="1" spcCol="1270" anchor="ctr" anchorCtr="0">
          <a:noAutofit/>
        </a:bodyPr>
        <a:lstStyle/>
        <a:p>
          <a:pPr marL="0" lvl="0" indent="0" algn="ctr" defTabSz="755650">
            <a:lnSpc>
              <a:spcPct val="90000"/>
            </a:lnSpc>
            <a:spcBef>
              <a:spcPct val="0"/>
            </a:spcBef>
            <a:spcAft>
              <a:spcPct val="35000"/>
            </a:spcAft>
            <a:buNone/>
          </a:pPr>
          <a:r>
            <a:rPr lang="en-US" sz="1700" kern="1200"/>
            <a:t>Based on objective data</a:t>
          </a:r>
        </a:p>
      </dsp:txBody>
      <dsp:txXfrm>
        <a:off x="2266998" y="4978869"/>
        <a:ext cx="2263678" cy="642125"/>
      </dsp:txXfrm>
    </dsp:sp>
    <dsp:sp modelId="{DDE6A013-4845-4CF7-A0B3-7586E57C0C72}">
      <dsp:nvSpPr>
        <dsp:cNvPr id="0" name=""/>
        <dsp:cNvSpPr/>
      </dsp:nvSpPr>
      <dsp:spPr>
        <a:xfrm>
          <a:off x="4530676" y="4978869"/>
          <a:ext cx="2263678" cy="642125"/>
        </a:xfrm>
        <a:prstGeom prst="rect">
          <a:avLst/>
        </a:prstGeom>
        <a:solidFill>
          <a:schemeClr val="accent2">
            <a:tint val="40000"/>
            <a:alpha val="90000"/>
            <a:hueOff val="1381439"/>
            <a:satOff val="2098"/>
            <a:lumOff val="1195"/>
            <a:alphaOff val="0"/>
          </a:schemeClr>
        </a:solidFill>
        <a:ln w="15875" cap="flat" cmpd="sng" algn="ctr">
          <a:solidFill>
            <a:schemeClr val="accent2">
              <a:tint val="40000"/>
              <a:alpha val="90000"/>
              <a:hueOff val="1381439"/>
              <a:satOff val="2098"/>
              <a:lumOff val="119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21590" rIns="120904" bIns="21590" numCol="1" spcCol="1270" anchor="ctr" anchorCtr="0">
          <a:noAutofit/>
        </a:bodyPr>
        <a:lstStyle/>
        <a:p>
          <a:pPr marL="0" lvl="0" indent="0" algn="ctr" defTabSz="755650">
            <a:lnSpc>
              <a:spcPct val="90000"/>
            </a:lnSpc>
            <a:spcBef>
              <a:spcPct val="0"/>
            </a:spcBef>
            <a:spcAft>
              <a:spcPct val="35000"/>
            </a:spcAft>
            <a:buNone/>
          </a:pPr>
          <a:r>
            <a:rPr lang="en-US" sz="1700" kern="1200"/>
            <a:t>MORE than a “pull-out program”</a:t>
          </a:r>
        </a:p>
      </dsp:txBody>
      <dsp:txXfrm>
        <a:off x="4530676" y="4978869"/>
        <a:ext cx="2263678" cy="642125"/>
      </dsp:txXfrm>
    </dsp:sp>
    <dsp:sp modelId="{594B0C8F-83B5-4DCE-B783-ED34DB440F69}">
      <dsp:nvSpPr>
        <dsp:cNvPr id="0" name=""/>
        <dsp:cNvSpPr/>
      </dsp:nvSpPr>
      <dsp:spPr>
        <a:xfrm rot="10800000">
          <a:off x="0" y="2126993"/>
          <a:ext cx="6797675" cy="2146933"/>
        </a:xfrm>
        <a:prstGeom prst="upArrowCallout">
          <a:avLst/>
        </a:prstGeom>
        <a:solidFill>
          <a:schemeClr val="accent2">
            <a:hueOff val="740993"/>
            <a:satOff val="-54"/>
            <a:lumOff val="3431"/>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US" sz="2100" kern="1200"/>
            <a:t>No money is (or ever has been) earmarked in the State budget for gifted education</a:t>
          </a:r>
        </a:p>
      </dsp:txBody>
      <dsp:txXfrm rot="10800000">
        <a:off x="0" y="2126993"/>
        <a:ext cx="6797675" cy="1395013"/>
      </dsp:txXfrm>
    </dsp:sp>
    <dsp:sp modelId="{15F8CEA5-CAC6-4783-A40D-35D2B1F2591E}">
      <dsp:nvSpPr>
        <dsp:cNvPr id="0" name=""/>
        <dsp:cNvSpPr/>
      </dsp:nvSpPr>
      <dsp:spPr>
        <a:xfrm rot="10800000">
          <a:off x="0" y="998"/>
          <a:ext cx="6797675" cy="2146933"/>
        </a:xfrm>
        <a:prstGeom prst="upArrowCallout">
          <a:avLst/>
        </a:prstGeom>
        <a:solidFill>
          <a:schemeClr val="accent2">
            <a:hueOff val="1481986"/>
            <a:satOff val="-107"/>
            <a:lumOff val="6863"/>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US" sz="2100" kern="1200"/>
            <a:t>The State Department of Education (PDE) – gifted students need specially designed instruction</a:t>
          </a:r>
        </a:p>
      </dsp:txBody>
      <dsp:txXfrm rot="10800000">
        <a:off x="0" y="998"/>
        <a:ext cx="6797675" cy="1395013"/>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C7E41F-CE87-47A8-A61B-379C275C0F97}">
      <dsp:nvSpPr>
        <dsp:cNvPr id="0" name=""/>
        <dsp:cNvSpPr/>
      </dsp:nvSpPr>
      <dsp:spPr>
        <a:xfrm>
          <a:off x="0" y="4519564"/>
          <a:ext cx="11056694" cy="1483422"/>
        </a:xfrm>
        <a:prstGeom prst="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US" sz="2800" kern="1200"/>
            <a:t>Accommodations should be</a:t>
          </a:r>
        </a:p>
      </dsp:txBody>
      <dsp:txXfrm>
        <a:off x="0" y="4519564"/>
        <a:ext cx="11056694" cy="801047"/>
      </dsp:txXfrm>
    </dsp:sp>
    <dsp:sp modelId="{2C737402-748F-4E5C-98F6-DF96DD9428BF}">
      <dsp:nvSpPr>
        <dsp:cNvPr id="0" name=""/>
        <dsp:cNvSpPr/>
      </dsp:nvSpPr>
      <dsp:spPr>
        <a:xfrm>
          <a:off x="5398" y="5290944"/>
          <a:ext cx="3681965" cy="682374"/>
        </a:xfrm>
        <a:prstGeom prst="rect">
          <a:avLst/>
        </a:prstGeom>
        <a:solidFill>
          <a:schemeClr val="accent2">
            <a:tint val="40000"/>
            <a:alpha val="90000"/>
            <a:hueOff val="0"/>
            <a:satOff val="0"/>
            <a:lumOff val="0"/>
            <a:alphaOff val="0"/>
          </a:schemeClr>
        </a:solidFill>
        <a:ln w="15875"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6464" tIns="27940" rIns="156464" bIns="27940" numCol="1" spcCol="1270" anchor="ctr" anchorCtr="0">
          <a:noAutofit/>
        </a:bodyPr>
        <a:lstStyle/>
        <a:p>
          <a:pPr marL="0" lvl="0" indent="0" algn="ctr" defTabSz="977900">
            <a:lnSpc>
              <a:spcPct val="90000"/>
            </a:lnSpc>
            <a:spcBef>
              <a:spcPct val="0"/>
            </a:spcBef>
            <a:spcAft>
              <a:spcPct val="35000"/>
            </a:spcAft>
            <a:buNone/>
          </a:pPr>
          <a:r>
            <a:rPr lang="en-US" sz="2200" kern="1200"/>
            <a:t>Trackable </a:t>
          </a:r>
        </a:p>
      </dsp:txBody>
      <dsp:txXfrm>
        <a:off x="5398" y="5290944"/>
        <a:ext cx="3681965" cy="682374"/>
      </dsp:txXfrm>
    </dsp:sp>
    <dsp:sp modelId="{6A4A36F0-969B-4E63-BF75-ACD367D96D3B}">
      <dsp:nvSpPr>
        <dsp:cNvPr id="0" name=""/>
        <dsp:cNvSpPr/>
      </dsp:nvSpPr>
      <dsp:spPr>
        <a:xfrm>
          <a:off x="3687364" y="5290944"/>
          <a:ext cx="3681965" cy="682374"/>
        </a:xfrm>
        <a:prstGeom prst="rect">
          <a:avLst/>
        </a:prstGeom>
        <a:solidFill>
          <a:schemeClr val="accent2">
            <a:tint val="40000"/>
            <a:alpha val="90000"/>
            <a:hueOff val="230240"/>
            <a:satOff val="350"/>
            <a:lumOff val="199"/>
            <a:alphaOff val="0"/>
          </a:schemeClr>
        </a:solidFill>
        <a:ln w="15875" cap="flat" cmpd="sng" algn="ctr">
          <a:solidFill>
            <a:schemeClr val="accent2">
              <a:tint val="40000"/>
              <a:alpha val="90000"/>
              <a:hueOff val="230240"/>
              <a:satOff val="350"/>
              <a:lumOff val="199"/>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6464" tIns="27940" rIns="156464" bIns="27940" numCol="1" spcCol="1270" anchor="ctr" anchorCtr="0">
          <a:noAutofit/>
        </a:bodyPr>
        <a:lstStyle/>
        <a:p>
          <a:pPr marL="0" lvl="0" indent="0" algn="ctr" defTabSz="977900">
            <a:lnSpc>
              <a:spcPct val="90000"/>
            </a:lnSpc>
            <a:spcBef>
              <a:spcPct val="0"/>
            </a:spcBef>
            <a:spcAft>
              <a:spcPct val="35000"/>
            </a:spcAft>
            <a:buNone/>
          </a:pPr>
          <a:r>
            <a:rPr lang="en-US" sz="2200" kern="1200"/>
            <a:t>Strengths-based</a:t>
          </a:r>
        </a:p>
      </dsp:txBody>
      <dsp:txXfrm>
        <a:off x="3687364" y="5290944"/>
        <a:ext cx="3681965" cy="682374"/>
      </dsp:txXfrm>
    </dsp:sp>
    <dsp:sp modelId="{0F6376B2-31F6-4511-8897-72B82876DCAF}">
      <dsp:nvSpPr>
        <dsp:cNvPr id="0" name=""/>
        <dsp:cNvSpPr/>
      </dsp:nvSpPr>
      <dsp:spPr>
        <a:xfrm>
          <a:off x="7369329" y="5290944"/>
          <a:ext cx="3681965" cy="682374"/>
        </a:xfrm>
        <a:prstGeom prst="rect">
          <a:avLst/>
        </a:prstGeom>
        <a:solidFill>
          <a:schemeClr val="accent2">
            <a:tint val="40000"/>
            <a:alpha val="90000"/>
            <a:hueOff val="460480"/>
            <a:satOff val="699"/>
            <a:lumOff val="398"/>
            <a:alphaOff val="0"/>
          </a:schemeClr>
        </a:solidFill>
        <a:ln w="15875" cap="flat" cmpd="sng" algn="ctr">
          <a:solidFill>
            <a:schemeClr val="accent2">
              <a:tint val="40000"/>
              <a:alpha val="90000"/>
              <a:hueOff val="460480"/>
              <a:satOff val="699"/>
              <a:lumOff val="39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6464" tIns="27940" rIns="156464" bIns="27940" numCol="1" spcCol="1270" anchor="ctr" anchorCtr="0">
          <a:noAutofit/>
        </a:bodyPr>
        <a:lstStyle/>
        <a:p>
          <a:pPr marL="0" lvl="0" indent="0" algn="ctr" defTabSz="977900">
            <a:lnSpc>
              <a:spcPct val="90000"/>
            </a:lnSpc>
            <a:spcBef>
              <a:spcPct val="0"/>
            </a:spcBef>
            <a:spcAft>
              <a:spcPct val="35000"/>
            </a:spcAft>
            <a:buNone/>
          </a:pPr>
          <a:r>
            <a:rPr lang="en-US" sz="2200" kern="1200"/>
            <a:t>Started as early as possible </a:t>
          </a:r>
        </a:p>
      </dsp:txBody>
      <dsp:txXfrm>
        <a:off x="7369329" y="5290944"/>
        <a:ext cx="3681965" cy="682374"/>
      </dsp:txXfrm>
    </dsp:sp>
    <dsp:sp modelId="{66C1E4EF-F9CA-425C-BBDA-30A52F26D44D}">
      <dsp:nvSpPr>
        <dsp:cNvPr id="0" name=""/>
        <dsp:cNvSpPr/>
      </dsp:nvSpPr>
      <dsp:spPr>
        <a:xfrm rot="10800000">
          <a:off x="0" y="2260312"/>
          <a:ext cx="11056694" cy="2281503"/>
        </a:xfrm>
        <a:prstGeom prst="upArrowCallout">
          <a:avLst/>
        </a:prstGeom>
        <a:solidFill>
          <a:schemeClr val="accent2">
            <a:hueOff val="740993"/>
            <a:satOff val="-54"/>
            <a:lumOff val="3431"/>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US" sz="2800" kern="1200"/>
            <a:t>Gifted students need specific educational techniques in regular ed</a:t>
          </a:r>
        </a:p>
      </dsp:txBody>
      <dsp:txXfrm rot="-10800000">
        <a:off x="0" y="2260312"/>
        <a:ext cx="11056694" cy="800807"/>
      </dsp:txXfrm>
    </dsp:sp>
    <dsp:sp modelId="{4D2745D7-5F28-4FAF-BB34-6CE6F3A155C4}">
      <dsp:nvSpPr>
        <dsp:cNvPr id="0" name=""/>
        <dsp:cNvSpPr/>
      </dsp:nvSpPr>
      <dsp:spPr>
        <a:xfrm>
          <a:off x="0" y="3061120"/>
          <a:ext cx="2764173" cy="682169"/>
        </a:xfrm>
        <a:prstGeom prst="rect">
          <a:avLst/>
        </a:prstGeom>
        <a:solidFill>
          <a:schemeClr val="accent2">
            <a:tint val="40000"/>
            <a:alpha val="90000"/>
            <a:hueOff val="690720"/>
            <a:satOff val="1049"/>
            <a:lumOff val="598"/>
            <a:alphaOff val="0"/>
          </a:schemeClr>
        </a:solidFill>
        <a:ln w="15875" cap="flat" cmpd="sng" algn="ctr">
          <a:solidFill>
            <a:schemeClr val="accent2">
              <a:tint val="40000"/>
              <a:alpha val="90000"/>
              <a:hueOff val="690720"/>
              <a:satOff val="1049"/>
              <a:lumOff val="59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6464" tIns="27940" rIns="156464" bIns="27940" numCol="1" spcCol="1270" anchor="ctr" anchorCtr="0">
          <a:noAutofit/>
        </a:bodyPr>
        <a:lstStyle/>
        <a:p>
          <a:pPr marL="0" lvl="0" indent="0" algn="ctr" defTabSz="977900">
            <a:lnSpc>
              <a:spcPct val="90000"/>
            </a:lnSpc>
            <a:spcBef>
              <a:spcPct val="0"/>
            </a:spcBef>
            <a:spcAft>
              <a:spcPct val="35000"/>
            </a:spcAft>
            <a:buNone/>
          </a:pPr>
          <a:r>
            <a:rPr lang="en-US" sz="2200" kern="1200"/>
            <a:t>Curriculum compacting </a:t>
          </a:r>
        </a:p>
      </dsp:txBody>
      <dsp:txXfrm>
        <a:off x="0" y="3061120"/>
        <a:ext cx="2764173" cy="682169"/>
      </dsp:txXfrm>
    </dsp:sp>
    <dsp:sp modelId="{063A756A-754A-48B5-B6FC-5578E560B425}">
      <dsp:nvSpPr>
        <dsp:cNvPr id="0" name=""/>
        <dsp:cNvSpPr/>
      </dsp:nvSpPr>
      <dsp:spPr>
        <a:xfrm>
          <a:off x="2764173" y="3061120"/>
          <a:ext cx="2764173" cy="682169"/>
        </a:xfrm>
        <a:prstGeom prst="rect">
          <a:avLst/>
        </a:prstGeom>
        <a:solidFill>
          <a:schemeClr val="accent2">
            <a:tint val="40000"/>
            <a:alpha val="90000"/>
            <a:hueOff val="920960"/>
            <a:satOff val="1399"/>
            <a:lumOff val="797"/>
            <a:alphaOff val="0"/>
          </a:schemeClr>
        </a:solidFill>
        <a:ln w="15875" cap="flat" cmpd="sng" algn="ctr">
          <a:solidFill>
            <a:schemeClr val="accent2">
              <a:tint val="40000"/>
              <a:alpha val="90000"/>
              <a:hueOff val="920960"/>
              <a:satOff val="1399"/>
              <a:lumOff val="79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6464" tIns="27940" rIns="156464" bIns="27940" numCol="1" spcCol="1270" anchor="ctr" anchorCtr="0">
          <a:noAutofit/>
        </a:bodyPr>
        <a:lstStyle/>
        <a:p>
          <a:pPr marL="0" lvl="0" indent="0" algn="ctr" defTabSz="977900">
            <a:lnSpc>
              <a:spcPct val="90000"/>
            </a:lnSpc>
            <a:spcBef>
              <a:spcPct val="0"/>
            </a:spcBef>
            <a:spcAft>
              <a:spcPct val="35000"/>
            </a:spcAft>
            <a:buNone/>
          </a:pPr>
          <a:r>
            <a:rPr lang="en-US" sz="2200" kern="1200"/>
            <a:t>Acceleration  </a:t>
          </a:r>
        </a:p>
      </dsp:txBody>
      <dsp:txXfrm>
        <a:off x="2764173" y="3061120"/>
        <a:ext cx="2764173" cy="682169"/>
      </dsp:txXfrm>
    </dsp:sp>
    <dsp:sp modelId="{BF63467A-FD3D-4DD8-879F-E9ED5D331705}">
      <dsp:nvSpPr>
        <dsp:cNvPr id="0" name=""/>
        <dsp:cNvSpPr/>
      </dsp:nvSpPr>
      <dsp:spPr>
        <a:xfrm>
          <a:off x="5528347" y="3061120"/>
          <a:ext cx="2764173" cy="682169"/>
        </a:xfrm>
        <a:prstGeom prst="rect">
          <a:avLst/>
        </a:prstGeom>
        <a:solidFill>
          <a:schemeClr val="accent2">
            <a:tint val="40000"/>
            <a:alpha val="90000"/>
            <a:hueOff val="1151199"/>
            <a:satOff val="1748"/>
            <a:lumOff val="996"/>
            <a:alphaOff val="0"/>
          </a:schemeClr>
        </a:solidFill>
        <a:ln w="15875" cap="flat" cmpd="sng" algn="ctr">
          <a:solidFill>
            <a:schemeClr val="accent2">
              <a:tint val="40000"/>
              <a:alpha val="90000"/>
              <a:hueOff val="1151199"/>
              <a:satOff val="1748"/>
              <a:lumOff val="99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6464" tIns="27940" rIns="156464" bIns="27940" numCol="1" spcCol="1270" anchor="ctr" anchorCtr="0">
          <a:noAutofit/>
        </a:bodyPr>
        <a:lstStyle/>
        <a:p>
          <a:pPr marL="0" lvl="0" indent="0" algn="ctr" defTabSz="977900">
            <a:lnSpc>
              <a:spcPct val="90000"/>
            </a:lnSpc>
            <a:spcBef>
              <a:spcPct val="0"/>
            </a:spcBef>
            <a:spcAft>
              <a:spcPct val="35000"/>
            </a:spcAft>
            <a:buNone/>
          </a:pPr>
          <a:r>
            <a:rPr lang="en-US" sz="2200" kern="1200"/>
            <a:t>Differentiation </a:t>
          </a:r>
        </a:p>
      </dsp:txBody>
      <dsp:txXfrm>
        <a:off x="5528347" y="3061120"/>
        <a:ext cx="2764173" cy="682169"/>
      </dsp:txXfrm>
    </dsp:sp>
    <dsp:sp modelId="{CD160409-EFE8-42B0-B126-2E4EC497E932}">
      <dsp:nvSpPr>
        <dsp:cNvPr id="0" name=""/>
        <dsp:cNvSpPr/>
      </dsp:nvSpPr>
      <dsp:spPr>
        <a:xfrm>
          <a:off x="8292520" y="3061120"/>
          <a:ext cx="2764173" cy="682169"/>
        </a:xfrm>
        <a:prstGeom prst="rect">
          <a:avLst/>
        </a:prstGeom>
        <a:solidFill>
          <a:schemeClr val="accent2">
            <a:tint val="40000"/>
            <a:alpha val="90000"/>
            <a:hueOff val="1381439"/>
            <a:satOff val="2098"/>
            <a:lumOff val="1195"/>
            <a:alphaOff val="0"/>
          </a:schemeClr>
        </a:solidFill>
        <a:ln w="15875" cap="flat" cmpd="sng" algn="ctr">
          <a:solidFill>
            <a:schemeClr val="accent2">
              <a:tint val="40000"/>
              <a:alpha val="90000"/>
              <a:hueOff val="1381439"/>
              <a:satOff val="2098"/>
              <a:lumOff val="119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6464" tIns="27940" rIns="156464" bIns="27940" numCol="1" spcCol="1270" anchor="ctr" anchorCtr="0">
          <a:noAutofit/>
        </a:bodyPr>
        <a:lstStyle/>
        <a:p>
          <a:pPr marL="0" lvl="0" indent="0" algn="ctr" defTabSz="977900">
            <a:lnSpc>
              <a:spcPct val="90000"/>
            </a:lnSpc>
            <a:spcBef>
              <a:spcPct val="0"/>
            </a:spcBef>
            <a:spcAft>
              <a:spcPct val="35000"/>
            </a:spcAft>
            <a:buNone/>
          </a:pPr>
          <a:r>
            <a:rPr lang="en-US" sz="2200" kern="1200"/>
            <a:t>Different (not more) extra work </a:t>
          </a:r>
        </a:p>
      </dsp:txBody>
      <dsp:txXfrm>
        <a:off x="8292520" y="3061120"/>
        <a:ext cx="2764173" cy="682169"/>
      </dsp:txXfrm>
    </dsp:sp>
    <dsp:sp modelId="{E3CADEB0-90F7-442F-8E4F-E08973546CE6}">
      <dsp:nvSpPr>
        <dsp:cNvPr id="0" name=""/>
        <dsp:cNvSpPr/>
      </dsp:nvSpPr>
      <dsp:spPr>
        <a:xfrm rot="10800000">
          <a:off x="0" y="1061"/>
          <a:ext cx="11056694" cy="2281503"/>
        </a:xfrm>
        <a:prstGeom prst="upArrowCallout">
          <a:avLst/>
        </a:prstGeom>
        <a:solidFill>
          <a:schemeClr val="accent2">
            <a:hueOff val="1481986"/>
            <a:satOff val="-107"/>
            <a:lumOff val="6863"/>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99136" rIns="199136" bIns="199136" numCol="1" spcCol="1270" anchor="ctr" anchorCtr="0">
          <a:noAutofit/>
        </a:bodyPr>
        <a:lstStyle/>
        <a:p>
          <a:pPr marL="0" lvl="0" indent="0" algn="ctr" defTabSz="1244600">
            <a:lnSpc>
              <a:spcPct val="90000"/>
            </a:lnSpc>
            <a:spcBef>
              <a:spcPct val="0"/>
            </a:spcBef>
            <a:spcAft>
              <a:spcPct val="35000"/>
            </a:spcAft>
            <a:buNone/>
          </a:pPr>
          <a:r>
            <a:rPr lang="en-US" sz="2800" kern="1200"/>
            <a:t>Where the G-IEP should be focused</a:t>
          </a:r>
        </a:p>
      </dsp:txBody>
      <dsp:txXfrm rot="10800000">
        <a:off x="0" y="1061"/>
        <a:ext cx="11056694" cy="1482452"/>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7FA928-B3B4-49EF-8714-B889B1A80E9F}">
      <dsp:nvSpPr>
        <dsp:cNvPr id="0" name=""/>
        <dsp:cNvSpPr/>
      </dsp:nvSpPr>
      <dsp:spPr>
        <a:xfrm>
          <a:off x="0" y="81010"/>
          <a:ext cx="6797675" cy="993128"/>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Each District handles 2e differently </a:t>
          </a:r>
        </a:p>
      </dsp:txBody>
      <dsp:txXfrm>
        <a:off x="48481" y="129491"/>
        <a:ext cx="6700713" cy="896166"/>
      </dsp:txXfrm>
    </dsp:sp>
    <dsp:sp modelId="{B52F5C4A-F618-4620-98EE-C10578F76382}">
      <dsp:nvSpPr>
        <dsp:cNvPr id="0" name=""/>
        <dsp:cNvSpPr/>
      </dsp:nvSpPr>
      <dsp:spPr>
        <a:xfrm>
          <a:off x="0" y="1146139"/>
          <a:ext cx="6797675" cy="993128"/>
        </a:xfrm>
        <a:prstGeom prst="roundRect">
          <a:avLst/>
        </a:prstGeom>
        <a:solidFill>
          <a:schemeClr val="accent2">
            <a:hueOff val="493995"/>
            <a:satOff val="-36"/>
            <a:lumOff val="2288"/>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The question is how to meet the need of “the whole child”</a:t>
          </a:r>
        </a:p>
      </dsp:txBody>
      <dsp:txXfrm>
        <a:off x="48481" y="1194620"/>
        <a:ext cx="6700713" cy="896166"/>
      </dsp:txXfrm>
    </dsp:sp>
    <dsp:sp modelId="{A62F8186-7298-4FC1-BE64-FA858457E388}">
      <dsp:nvSpPr>
        <dsp:cNvPr id="0" name=""/>
        <dsp:cNvSpPr/>
      </dsp:nvSpPr>
      <dsp:spPr>
        <a:xfrm>
          <a:off x="0" y="2139268"/>
          <a:ext cx="6797675" cy="13713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5826" tIns="31750" rIns="177800" bIns="31750" numCol="1" spcCol="1270" anchor="t" anchorCtr="0">
          <a:noAutofit/>
        </a:bodyPr>
        <a:lstStyle/>
        <a:p>
          <a:pPr marL="228600" lvl="1" indent="-228600" algn="l" defTabSz="889000">
            <a:lnSpc>
              <a:spcPct val="90000"/>
            </a:lnSpc>
            <a:spcBef>
              <a:spcPct val="0"/>
            </a:spcBef>
            <a:spcAft>
              <a:spcPct val="20000"/>
            </a:spcAft>
            <a:buChar char="•"/>
          </a:pPr>
          <a:r>
            <a:rPr lang="en-US" sz="2000" kern="1200"/>
            <a:t>Educational</a:t>
          </a:r>
        </a:p>
        <a:p>
          <a:pPr marL="228600" lvl="1" indent="-228600" algn="l" defTabSz="889000">
            <a:lnSpc>
              <a:spcPct val="90000"/>
            </a:lnSpc>
            <a:spcBef>
              <a:spcPct val="0"/>
            </a:spcBef>
            <a:spcAft>
              <a:spcPct val="20000"/>
            </a:spcAft>
            <a:buChar char="•"/>
          </a:pPr>
          <a:r>
            <a:rPr lang="en-US" sz="2000" kern="1200"/>
            <a:t>Emotional</a:t>
          </a:r>
        </a:p>
        <a:p>
          <a:pPr marL="228600" lvl="1" indent="-228600" algn="l" defTabSz="889000">
            <a:lnSpc>
              <a:spcPct val="90000"/>
            </a:lnSpc>
            <a:spcBef>
              <a:spcPct val="0"/>
            </a:spcBef>
            <a:spcAft>
              <a:spcPct val="20000"/>
            </a:spcAft>
            <a:buChar char="•"/>
          </a:pPr>
          <a:r>
            <a:rPr lang="en-US" sz="2000" kern="1200"/>
            <a:t>Social </a:t>
          </a:r>
        </a:p>
        <a:p>
          <a:pPr marL="228600" lvl="1" indent="-228600" algn="l" defTabSz="889000">
            <a:lnSpc>
              <a:spcPct val="90000"/>
            </a:lnSpc>
            <a:spcBef>
              <a:spcPct val="0"/>
            </a:spcBef>
            <a:spcAft>
              <a:spcPct val="20000"/>
            </a:spcAft>
            <a:buChar char="•"/>
          </a:pPr>
          <a:r>
            <a:rPr lang="en-US" sz="2000" kern="1200"/>
            <a:t>Behavioral </a:t>
          </a:r>
        </a:p>
      </dsp:txBody>
      <dsp:txXfrm>
        <a:off x="0" y="2139268"/>
        <a:ext cx="6797675" cy="1371375"/>
      </dsp:txXfrm>
    </dsp:sp>
    <dsp:sp modelId="{2E4819D0-F503-4027-A2A3-F6F0D9F37FB9}">
      <dsp:nvSpPr>
        <dsp:cNvPr id="0" name=""/>
        <dsp:cNvSpPr/>
      </dsp:nvSpPr>
      <dsp:spPr>
        <a:xfrm>
          <a:off x="0" y="3510643"/>
          <a:ext cx="6797675" cy="993128"/>
        </a:xfrm>
        <a:prstGeom prst="roundRect">
          <a:avLst/>
        </a:prstGeom>
        <a:solidFill>
          <a:schemeClr val="accent2">
            <a:hueOff val="987991"/>
            <a:satOff val="-71"/>
            <a:lumOff val="4575"/>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t>The same guidelines are valid in IEP/GIEP meetings</a:t>
          </a:r>
        </a:p>
      </dsp:txBody>
      <dsp:txXfrm>
        <a:off x="48481" y="3559124"/>
        <a:ext cx="6700713" cy="896166"/>
      </dsp:txXfrm>
    </dsp:sp>
    <dsp:sp modelId="{44D3E244-6F91-4025-9BE2-E9F01F57DB75}">
      <dsp:nvSpPr>
        <dsp:cNvPr id="0" name=""/>
        <dsp:cNvSpPr/>
      </dsp:nvSpPr>
      <dsp:spPr>
        <a:xfrm>
          <a:off x="0" y="4575772"/>
          <a:ext cx="6797675" cy="993128"/>
        </a:xfrm>
        <a:prstGeom prst="roundRect">
          <a:avLst/>
        </a:prstGeom>
        <a:solidFill>
          <a:schemeClr val="accent2">
            <a:hueOff val="1481986"/>
            <a:satOff val="-107"/>
            <a:lumOff val="6863"/>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The CONTENT of the Plan is what matters </a:t>
          </a:r>
        </a:p>
      </dsp:txBody>
      <dsp:txXfrm>
        <a:off x="48481" y="4624253"/>
        <a:ext cx="6700713" cy="896166"/>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6209DE-6454-4DE7-A4E5-49C5EAC559B6}">
      <dsp:nvSpPr>
        <dsp:cNvPr id="0" name=""/>
        <dsp:cNvSpPr/>
      </dsp:nvSpPr>
      <dsp:spPr>
        <a:xfrm>
          <a:off x="3403" y="461458"/>
          <a:ext cx="617203" cy="61720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B4EF60C-39A9-4CCC-A470-9113E3FCAEF0}">
      <dsp:nvSpPr>
        <dsp:cNvPr id="0" name=""/>
        <dsp:cNvSpPr/>
      </dsp:nvSpPr>
      <dsp:spPr>
        <a:xfrm>
          <a:off x="3403" y="1201777"/>
          <a:ext cx="1763437" cy="17229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a:t>The G-IEP proposed by the Team </a:t>
          </a:r>
          <a:r>
            <a:rPr lang="en-US" sz="1400" b="1" kern="1200"/>
            <a:t>and</a:t>
          </a:r>
          <a:r>
            <a:rPr lang="en-US" sz="1400" kern="1200"/>
            <a:t> approved by you MUST be implemented as it is written</a:t>
          </a:r>
        </a:p>
      </dsp:txBody>
      <dsp:txXfrm>
        <a:off x="3403" y="1201777"/>
        <a:ext cx="1763437" cy="1722967"/>
      </dsp:txXfrm>
    </dsp:sp>
    <dsp:sp modelId="{59605EAE-5EAC-43A4-8CD1-58FD33EE2D43}">
      <dsp:nvSpPr>
        <dsp:cNvPr id="0" name=""/>
        <dsp:cNvSpPr/>
      </dsp:nvSpPr>
      <dsp:spPr>
        <a:xfrm>
          <a:off x="3403" y="2982008"/>
          <a:ext cx="1763437" cy="342613"/>
        </a:xfrm>
        <a:prstGeom prst="rect">
          <a:avLst/>
        </a:prstGeom>
        <a:noFill/>
        <a:ln>
          <a:noFill/>
        </a:ln>
        <a:effectLst/>
      </dsp:spPr>
      <dsp:style>
        <a:lnRef idx="0">
          <a:scrgbClr r="0" g="0" b="0"/>
        </a:lnRef>
        <a:fillRef idx="0">
          <a:scrgbClr r="0" g="0" b="0"/>
        </a:fillRef>
        <a:effectRef idx="0">
          <a:scrgbClr r="0" g="0" b="0"/>
        </a:effectRef>
        <a:fontRef idx="minor"/>
      </dsp:style>
    </dsp:sp>
    <dsp:sp modelId="{2699C6D6-EB28-44CA-B0DA-91E62C1FB308}">
      <dsp:nvSpPr>
        <dsp:cNvPr id="0" name=""/>
        <dsp:cNvSpPr/>
      </dsp:nvSpPr>
      <dsp:spPr>
        <a:xfrm>
          <a:off x="2075442" y="461458"/>
          <a:ext cx="617203" cy="61720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63CB885-E35A-4D34-9AC3-A71650506B53}">
      <dsp:nvSpPr>
        <dsp:cNvPr id="0" name=""/>
        <dsp:cNvSpPr/>
      </dsp:nvSpPr>
      <dsp:spPr>
        <a:xfrm>
          <a:off x="2075442" y="1201777"/>
          <a:ext cx="1763437" cy="17229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a:t>The school/district’s gifted pull-out program (GATE, Challenge, etc.) is </a:t>
          </a:r>
          <a:r>
            <a:rPr lang="en-US" sz="1400" b="1" kern="1200"/>
            <a:t>NOT</a:t>
          </a:r>
          <a:r>
            <a:rPr lang="en-US" sz="1400" kern="1200"/>
            <a:t> the extent of the gifted education accommodation available</a:t>
          </a:r>
        </a:p>
      </dsp:txBody>
      <dsp:txXfrm>
        <a:off x="2075442" y="1201777"/>
        <a:ext cx="1763437" cy="1722967"/>
      </dsp:txXfrm>
    </dsp:sp>
    <dsp:sp modelId="{63FD8646-871B-49C9-A92A-FB419E11B977}">
      <dsp:nvSpPr>
        <dsp:cNvPr id="0" name=""/>
        <dsp:cNvSpPr/>
      </dsp:nvSpPr>
      <dsp:spPr>
        <a:xfrm>
          <a:off x="2075442" y="2982008"/>
          <a:ext cx="1763437" cy="342613"/>
        </a:xfrm>
        <a:prstGeom prst="rect">
          <a:avLst/>
        </a:prstGeom>
        <a:noFill/>
        <a:ln>
          <a:noFill/>
        </a:ln>
        <a:effectLst/>
      </dsp:spPr>
      <dsp:style>
        <a:lnRef idx="0">
          <a:scrgbClr r="0" g="0" b="0"/>
        </a:lnRef>
        <a:fillRef idx="0">
          <a:scrgbClr r="0" g="0" b="0"/>
        </a:fillRef>
        <a:effectRef idx="0">
          <a:scrgbClr r="0" g="0" b="0"/>
        </a:effectRef>
        <a:fontRef idx="minor"/>
      </dsp:style>
    </dsp:sp>
    <dsp:sp modelId="{BE414834-C68E-440C-8291-0AFE90E23F81}">
      <dsp:nvSpPr>
        <dsp:cNvPr id="0" name=""/>
        <dsp:cNvSpPr/>
      </dsp:nvSpPr>
      <dsp:spPr>
        <a:xfrm>
          <a:off x="4147481" y="461458"/>
          <a:ext cx="617203" cy="61720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F452DA0-655F-4904-B0BC-AD9683245B09}">
      <dsp:nvSpPr>
        <dsp:cNvPr id="0" name=""/>
        <dsp:cNvSpPr/>
      </dsp:nvSpPr>
      <dsp:spPr>
        <a:xfrm>
          <a:off x="4147481" y="1201777"/>
          <a:ext cx="1763437" cy="17229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a:t>Grades are </a:t>
          </a:r>
          <a:r>
            <a:rPr lang="en-US" sz="1400" b="1" kern="1200"/>
            <a:t>NOT</a:t>
          </a:r>
          <a:r>
            <a:rPr lang="en-US" sz="1400" kern="1200"/>
            <a:t> a reason to deny/exclude a child from a gifted program or a psycho-educational evaluation </a:t>
          </a:r>
        </a:p>
      </dsp:txBody>
      <dsp:txXfrm>
        <a:off x="4147481" y="1201777"/>
        <a:ext cx="1763437" cy="1722967"/>
      </dsp:txXfrm>
    </dsp:sp>
    <dsp:sp modelId="{5DC10870-418B-4620-AF5F-C1F1231E2868}">
      <dsp:nvSpPr>
        <dsp:cNvPr id="0" name=""/>
        <dsp:cNvSpPr/>
      </dsp:nvSpPr>
      <dsp:spPr>
        <a:xfrm>
          <a:off x="4147481" y="2982008"/>
          <a:ext cx="1763437" cy="3426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US" sz="1100" kern="1200"/>
            <a:t>Present Level of Educational Performance (PLEP)</a:t>
          </a:r>
        </a:p>
      </dsp:txBody>
      <dsp:txXfrm>
        <a:off x="4147481" y="2982008"/>
        <a:ext cx="1763437" cy="342613"/>
      </dsp:txXfrm>
    </dsp:sp>
    <dsp:sp modelId="{FC9266AB-2E3B-4D3C-A3FB-34BA36D71B37}">
      <dsp:nvSpPr>
        <dsp:cNvPr id="0" name=""/>
        <dsp:cNvSpPr/>
      </dsp:nvSpPr>
      <dsp:spPr>
        <a:xfrm>
          <a:off x="6219520" y="461458"/>
          <a:ext cx="617203" cy="61720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372DA6F-C467-41D7-9EE0-853FBA891181}">
      <dsp:nvSpPr>
        <dsp:cNvPr id="0" name=""/>
        <dsp:cNvSpPr/>
      </dsp:nvSpPr>
      <dsp:spPr>
        <a:xfrm>
          <a:off x="6219520" y="1201777"/>
          <a:ext cx="1763437" cy="17229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a:t>Many school districts are </a:t>
          </a:r>
          <a:r>
            <a:rPr lang="en-US" sz="1400" b="1" kern="1200"/>
            <a:t>NOT</a:t>
          </a:r>
          <a:r>
            <a:rPr lang="en-US" sz="1400" kern="1200"/>
            <a:t> aware of the extent of the laws regarding gifted education </a:t>
          </a:r>
        </a:p>
      </dsp:txBody>
      <dsp:txXfrm>
        <a:off x="6219520" y="1201777"/>
        <a:ext cx="1763437" cy="1722967"/>
      </dsp:txXfrm>
    </dsp:sp>
    <dsp:sp modelId="{80C2D21D-EA02-42E2-8091-F779B8951982}">
      <dsp:nvSpPr>
        <dsp:cNvPr id="0" name=""/>
        <dsp:cNvSpPr/>
      </dsp:nvSpPr>
      <dsp:spPr>
        <a:xfrm>
          <a:off x="6219520" y="2982008"/>
          <a:ext cx="1763437" cy="342613"/>
        </a:xfrm>
        <a:prstGeom prst="rect">
          <a:avLst/>
        </a:prstGeom>
        <a:noFill/>
        <a:ln>
          <a:noFill/>
        </a:ln>
        <a:effectLst/>
      </dsp:spPr>
      <dsp:style>
        <a:lnRef idx="0">
          <a:scrgbClr r="0" g="0" b="0"/>
        </a:lnRef>
        <a:fillRef idx="0">
          <a:scrgbClr r="0" g="0" b="0"/>
        </a:fillRef>
        <a:effectRef idx="0">
          <a:scrgbClr r="0" g="0" b="0"/>
        </a:effectRef>
        <a:fontRef idx="minor"/>
      </dsp:style>
    </dsp:sp>
    <dsp:sp modelId="{21C12F51-45A8-4B65-8D82-EE619367054E}">
      <dsp:nvSpPr>
        <dsp:cNvPr id="0" name=""/>
        <dsp:cNvSpPr/>
      </dsp:nvSpPr>
      <dsp:spPr>
        <a:xfrm>
          <a:off x="8291559" y="461458"/>
          <a:ext cx="617203" cy="617203"/>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8631938-E35B-49CA-999A-71A82EE481DA}">
      <dsp:nvSpPr>
        <dsp:cNvPr id="0" name=""/>
        <dsp:cNvSpPr/>
      </dsp:nvSpPr>
      <dsp:spPr>
        <a:xfrm>
          <a:off x="8291559" y="1201777"/>
          <a:ext cx="1763437" cy="17229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a:t>The G-IEP does </a:t>
          </a:r>
          <a:r>
            <a:rPr lang="en-US" sz="1400" b="1" kern="1200"/>
            <a:t>NOT</a:t>
          </a:r>
          <a:r>
            <a:rPr lang="en-US" sz="1400" kern="1200"/>
            <a:t> go into effect until it is signed by you.  Take as much time as you need to go over it and ask questions/clarification</a:t>
          </a:r>
        </a:p>
      </dsp:txBody>
      <dsp:txXfrm>
        <a:off x="8291559" y="1201777"/>
        <a:ext cx="1763437" cy="1722967"/>
      </dsp:txXfrm>
    </dsp:sp>
    <dsp:sp modelId="{4621AC8C-AAED-420F-B2A8-A311B43C364D}">
      <dsp:nvSpPr>
        <dsp:cNvPr id="0" name=""/>
        <dsp:cNvSpPr/>
      </dsp:nvSpPr>
      <dsp:spPr>
        <a:xfrm>
          <a:off x="8291559" y="2982008"/>
          <a:ext cx="1763437" cy="342613"/>
        </a:xfrm>
        <a:prstGeom prst="rect">
          <a:avLst/>
        </a:prstGeom>
        <a:noFill/>
        <a:ln>
          <a:noFill/>
        </a:ln>
        <a:effectLst/>
      </dsp:spPr>
      <dsp:style>
        <a:lnRef idx="0">
          <a:scrgbClr r="0" g="0" b="0"/>
        </a:lnRef>
        <a:fillRef idx="0">
          <a:scrgbClr r="0" g="0" b="0"/>
        </a:fillRef>
        <a:effectRef idx="0">
          <a:scrgbClr r="0" g="0" b="0"/>
        </a:effectRef>
        <a:fontRef idx="minor"/>
      </dsp:style>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C4B5BB-10A3-4253-AD7B-100A39C95DFC}">
      <dsp:nvSpPr>
        <dsp:cNvPr id="0" name=""/>
        <dsp:cNvSpPr/>
      </dsp:nvSpPr>
      <dsp:spPr>
        <a:xfrm>
          <a:off x="0" y="689"/>
          <a:ext cx="6797675" cy="1613866"/>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749CC87-5E85-43D4-B86B-ACF5AD2C4327}">
      <dsp:nvSpPr>
        <dsp:cNvPr id="0" name=""/>
        <dsp:cNvSpPr/>
      </dsp:nvSpPr>
      <dsp:spPr>
        <a:xfrm>
          <a:off x="488194" y="363809"/>
          <a:ext cx="887626" cy="88762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8D1E815-9501-48C1-81BA-241A0F953BB2}">
      <dsp:nvSpPr>
        <dsp:cNvPr id="0" name=""/>
        <dsp:cNvSpPr/>
      </dsp:nvSpPr>
      <dsp:spPr>
        <a:xfrm>
          <a:off x="1864015" y="689"/>
          <a:ext cx="4933659" cy="16138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801" tIns="170801" rIns="170801" bIns="170801" numCol="1" spcCol="1270" anchor="ctr" anchorCtr="0">
          <a:noAutofit/>
        </a:bodyPr>
        <a:lstStyle/>
        <a:p>
          <a:pPr marL="0" lvl="0" indent="0" algn="l" defTabSz="666750">
            <a:lnSpc>
              <a:spcPct val="90000"/>
            </a:lnSpc>
            <a:spcBef>
              <a:spcPct val="0"/>
            </a:spcBef>
            <a:spcAft>
              <a:spcPct val="35000"/>
            </a:spcAft>
            <a:buNone/>
          </a:pPr>
          <a:r>
            <a:rPr lang="en-US" sz="1500" kern="1200"/>
            <a:t>During the evaluation and/or annual planning process, the parents receive the Notice of Parental Rights for Gifted Students. </a:t>
          </a:r>
        </a:p>
      </dsp:txBody>
      <dsp:txXfrm>
        <a:off x="1864015" y="689"/>
        <a:ext cx="4933659" cy="1613866"/>
      </dsp:txXfrm>
    </dsp:sp>
    <dsp:sp modelId="{17B8F675-CC31-490A-AE4B-7268A87CA7A3}">
      <dsp:nvSpPr>
        <dsp:cNvPr id="0" name=""/>
        <dsp:cNvSpPr/>
      </dsp:nvSpPr>
      <dsp:spPr>
        <a:xfrm>
          <a:off x="0" y="2018022"/>
          <a:ext cx="6797675" cy="1613866"/>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DA35D89-60D4-42F7-A440-5A8BDD0BFA05}">
      <dsp:nvSpPr>
        <dsp:cNvPr id="0" name=""/>
        <dsp:cNvSpPr/>
      </dsp:nvSpPr>
      <dsp:spPr>
        <a:xfrm>
          <a:off x="488194" y="2381142"/>
          <a:ext cx="887626" cy="88762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26FF58C-9DAE-4FC5-BBF2-A9F8178E5E22}">
      <dsp:nvSpPr>
        <dsp:cNvPr id="0" name=""/>
        <dsp:cNvSpPr/>
      </dsp:nvSpPr>
      <dsp:spPr>
        <a:xfrm>
          <a:off x="1864015" y="2018022"/>
          <a:ext cx="4933659" cy="16138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801" tIns="170801" rIns="170801" bIns="170801" numCol="1" spcCol="1270" anchor="ctr" anchorCtr="0">
          <a:noAutofit/>
        </a:bodyPr>
        <a:lstStyle/>
        <a:p>
          <a:pPr marL="0" lvl="0" indent="0" algn="l" defTabSz="666750">
            <a:lnSpc>
              <a:spcPct val="90000"/>
            </a:lnSpc>
            <a:spcBef>
              <a:spcPct val="0"/>
            </a:spcBef>
            <a:spcAft>
              <a:spcPct val="35000"/>
            </a:spcAft>
            <a:buNone/>
          </a:pPr>
          <a:r>
            <a:rPr lang="en-US" sz="1500" kern="1200"/>
            <a:t>If a disagreement exists between the parents and the district, the parents must note their disagreement on the Notice of Recommended Assignment (NORA) and request either mediation or due process hearing, as outlined in the Notice of Parental Rights for Gifted Students. </a:t>
          </a:r>
        </a:p>
      </dsp:txBody>
      <dsp:txXfrm>
        <a:off x="1864015" y="2018022"/>
        <a:ext cx="4933659" cy="1613866"/>
      </dsp:txXfrm>
    </dsp:sp>
    <dsp:sp modelId="{A9BDBAEC-9DA0-4662-BD0F-39F7CC0E84FD}">
      <dsp:nvSpPr>
        <dsp:cNvPr id="0" name=""/>
        <dsp:cNvSpPr/>
      </dsp:nvSpPr>
      <dsp:spPr>
        <a:xfrm>
          <a:off x="0" y="4035355"/>
          <a:ext cx="6797675" cy="1613866"/>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5B7CDB6-7B5E-43D9-8C34-360810C433C9}">
      <dsp:nvSpPr>
        <dsp:cNvPr id="0" name=""/>
        <dsp:cNvSpPr/>
      </dsp:nvSpPr>
      <dsp:spPr>
        <a:xfrm>
          <a:off x="488194" y="4398475"/>
          <a:ext cx="887626" cy="88762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E8954FC-6268-4D87-9B89-D0D588311BCB}">
      <dsp:nvSpPr>
        <dsp:cNvPr id="0" name=""/>
        <dsp:cNvSpPr/>
      </dsp:nvSpPr>
      <dsp:spPr>
        <a:xfrm>
          <a:off x="1864015" y="4035355"/>
          <a:ext cx="3058953" cy="16138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801" tIns="170801" rIns="170801" bIns="170801" numCol="1" spcCol="1270" anchor="ctr" anchorCtr="0">
          <a:noAutofit/>
        </a:bodyPr>
        <a:lstStyle/>
        <a:p>
          <a:pPr marL="0" lvl="0" indent="0" algn="l" defTabSz="666750">
            <a:lnSpc>
              <a:spcPct val="90000"/>
            </a:lnSpc>
            <a:spcBef>
              <a:spcPct val="0"/>
            </a:spcBef>
            <a:spcAft>
              <a:spcPct val="35000"/>
            </a:spcAft>
            <a:buNone/>
          </a:pPr>
          <a:r>
            <a:rPr lang="en-US" sz="1500" kern="1200"/>
            <a:t>If, after mediation, the conflict is still not resolved, or if the school district refuses to accede to a request to mediate the dispute, it may be forwarded to a due process hearing. </a:t>
          </a:r>
        </a:p>
      </dsp:txBody>
      <dsp:txXfrm>
        <a:off x="1864015" y="4035355"/>
        <a:ext cx="3058953" cy="1613866"/>
      </dsp:txXfrm>
    </dsp:sp>
    <dsp:sp modelId="{F7C58601-FD6D-4C9B-AB97-9AEEB840D556}">
      <dsp:nvSpPr>
        <dsp:cNvPr id="0" name=""/>
        <dsp:cNvSpPr/>
      </dsp:nvSpPr>
      <dsp:spPr>
        <a:xfrm>
          <a:off x="4922969" y="4035355"/>
          <a:ext cx="1874705" cy="16138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801" tIns="170801" rIns="170801" bIns="170801" numCol="1" spcCol="1270" anchor="ctr" anchorCtr="0">
          <a:noAutofit/>
        </a:bodyPr>
        <a:lstStyle/>
        <a:p>
          <a:pPr marL="0" lvl="0" indent="0" algn="l" defTabSz="488950">
            <a:lnSpc>
              <a:spcPct val="90000"/>
            </a:lnSpc>
            <a:spcBef>
              <a:spcPct val="0"/>
            </a:spcBef>
            <a:spcAft>
              <a:spcPct val="35000"/>
            </a:spcAft>
            <a:buNone/>
          </a:pPr>
          <a:r>
            <a:rPr lang="en-US" sz="1100" kern="1200"/>
            <a:t>Can include a Lawyer, Expert Witness in Gifted Education, and/or an Advocate</a:t>
          </a:r>
        </a:p>
      </dsp:txBody>
      <dsp:txXfrm>
        <a:off x="4922969" y="4035355"/>
        <a:ext cx="1874705" cy="1613866"/>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DBF093-13DA-4D0E-A9A2-5AC913A4914A}">
      <dsp:nvSpPr>
        <dsp:cNvPr id="0" name=""/>
        <dsp:cNvSpPr/>
      </dsp:nvSpPr>
      <dsp:spPr>
        <a:xfrm>
          <a:off x="0" y="482"/>
          <a:ext cx="6797675" cy="664581"/>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39EA3E4-0420-4F0B-8006-91C53F82B72D}">
      <dsp:nvSpPr>
        <dsp:cNvPr id="0" name=""/>
        <dsp:cNvSpPr/>
      </dsp:nvSpPr>
      <dsp:spPr>
        <a:xfrm>
          <a:off x="201036" y="150013"/>
          <a:ext cx="365520" cy="36552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7353DAF-A176-4B5F-9A57-21438F300443}">
      <dsp:nvSpPr>
        <dsp:cNvPr id="0" name=""/>
        <dsp:cNvSpPr/>
      </dsp:nvSpPr>
      <dsp:spPr>
        <a:xfrm>
          <a:off x="767592" y="482"/>
          <a:ext cx="6030082" cy="6645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0335" tIns="70335" rIns="70335" bIns="70335" numCol="1" spcCol="1270" anchor="ctr" anchorCtr="0">
          <a:noAutofit/>
        </a:bodyPr>
        <a:lstStyle/>
        <a:p>
          <a:pPr marL="0" lvl="0" indent="0" algn="l" defTabSz="711200">
            <a:lnSpc>
              <a:spcPct val="90000"/>
            </a:lnSpc>
            <a:spcBef>
              <a:spcPct val="0"/>
            </a:spcBef>
            <a:spcAft>
              <a:spcPct val="35000"/>
            </a:spcAft>
            <a:buNone/>
          </a:pPr>
          <a:r>
            <a:rPr lang="en-US" sz="1600" kern="1200"/>
            <a:t>1.  Document – send emails and letters, rather than leaving messages</a:t>
          </a:r>
        </a:p>
      </dsp:txBody>
      <dsp:txXfrm>
        <a:off x="767592" y="482"/>
        <a:ext cx="6030082" cy="664581"/>
      </dsp:txXfrm>
    </dsp:sp>
    <dsp:sp modelId="{4D81363D-5181-4C9E-AFC2-9F9BD8CC1278}">
      <dsp:nvSpPr>
        <dsp:cNvPr id="0" name=""/>
        <dsp:cNvSpPr/>
      </dsp:nvSpPr>
      <dsp:spPr>
        <a:xfrm>
          <a:off x="0" y="831210"/>
          <a:ext cx="6797675" cy="664581"/>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B36162F-0B8A-4EEF-BD0B-AD4010E2502B}">
      <dsp:nvSpPr>
        <dsp:cNvPr id="0" name=""/>
        <dsp:cNvSpPr/>
      </dsp:nvSpPr>
      <dsp:spPr>
        <a:xfrm>
          <a:off x="201036" y="980741"/>
          <a:ext cx="365520" cy="36552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8BF31FE-A9BF-4C5F-9E6D-5C17757CA0D3}">
      <dsp:nvSpPr>
        <dsp:cNvPr id="0" name=""/>
        <dsp:cNvSpPr/>
      </dsp:nvSpPr>
      <dsp:spPr>
        <a:xfrm>
          <a:off x="767592" y="831210"/>
          <a:ext cx="6030082" cy="6645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0335" tIns="70335" rIns="70335" bIns="70335" numCol="1" spcCol="1270" anchor="ctr" anchorCtr="0">
          <a:noAutofit/>
        </a:bodyPr>
        <a:lstStyle/>
        <a:p>
          <a:pPr marL="0" lvl="0" indent="0" algn="l" defTabSz="711200">
            <a:lnSpc>
              <a:spcPct val="90000"/>
            </a:lnSpc>
            <a:spcBef>
              <a:spcPct val="0"/>
            </a:spcBef>
            <a:spcAft>
              <a:spcPct val="35000"/>
            </a:spcAft>
            <a:buNone/>
          </a:pPr>
          <a:r>
            <a:rPr lang="en-US" sz="1600" kern="1200"/>
            <a:t>2.  Be clear – come in with a list of goals and information</a:t>
          </a:r>
        </a:p>
      </dsp:txBody>
      <dsp:txXfrm>
        <a:off x="767592" y="831210"/>
        <a:ext cx="6030082" cy="664581"/>
      </dsp:txXfrm>
    </dsp:sp>
    <dsp:sp modelId="{14CF7DF2-D8D7-4A59-A9A2-DB017E1BDB5C}">
      <dsp:nvSpPr>
        <dsp:cNvPr id="0" name=""/>
        <dsp:cNvSpPr/>
      </dsp:nvSpPr>
      <dsp:spPr>
        <a:xfrm>
          <a:off x="0" y="1661937"/>
          <a:ext cx="6797675" cy="664581"/>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60AD040-09FE-4936-91D3-266817248154}">
      <dsp:nvSpPr>
        <dsp:cNvPr id="0" name=""/>
        <dsp:cNvSpPr/>
      </dsp:nvSpPr>
      <dsp:spPr>
        <a:xfrm>
          <a:off x="201036" y="1811468"/>
          <a:ext cx="365520" cy="36552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7199DEC-6A9E-48D6-A116-D4F74ADE3027}">
      <dsp:nvSpPr>
        <dsp:cNvPr id="0" name=""/>
        <dsp:cNvSpPr/>
      </dsp:nvSpPr>
      <dsp:spPr>
        <a:xfrm>
          <a:off x="767592" y="1661937"/>
          <a:ext cx="6030082" cy="6645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0335" tIns="70335" rIns="70335" bIns="70335" numCol="1" spcCol="1270" anchor="ctr" anchorCtr="0">
          <a:noAutofit/>
        </a:bodyPr>
        <a:lstStyle/>
        <a:p>
          <a:pPr marL="0" lvl="0" indent="0" algn="l" defTabSz="711200">
            <a:lnSpc>
              <a:spcPct val="90000"/>
            </a:lnSpc>
            <a:spcBef>
              <a:spcPct val="0"/>
            </a:spcBef>
            <a:spcAft>
              <a:spcPct val="35000"/>
            </a:spcAft>
            <a:buNone/>
          </a:pPr>
          <a:r>
            <a:rPr lang="en-US" sz="1600" kern="1200"/>
            <a:t>3.  Be collaborative – remember, you are in this together (who is the expert in what?)</a:t>
          </a:r>
        </a:p>
      </dsp:txBody>
      <dsp:txXfrm>
        <a:off x="767592" y="1661937"/>
        <a:ext cx="6030082" cy="664581"/>
      </dsp:txXfrm>
    </dsp:sp>
    <dsp:sp modelId="{090F3639-B574-4370-8046-51C62A573326}">
      <dsp:nvSpPr>
        <dsp:cNvPr id="0" name=""/>
        <dsp:cNvSpPr/>
      </dsp:nvSpPr>
      <dsp:spPr>
        <a:xfrm>
          <a:off x="0" y="2492665"/>
          <a:ext cx="6797675" cy="664581"/>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DC00BEC-9426-4FD1-B82C-F80B11B92FD5}">
      <dsp:nvSpPr>
        <dsp:cNvPr id="0" name=""/>
        <dsp:cNvSpPr/>
      </dsp:nvSpPr>
      <dsp:spPr>
        <a:xfrm>
          <a:off x="201036" y="2642195"/>
          <a:ext cx="365520" cy="36552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5362868-7809-4439-A24B-64CFD8568668}">
      <dsp:nvSpPr>
        <dsp:cNvPr id="0" name=""/>
        <dsp:cNvSpPr/>
      </dsp:nvSpPr>
      <dsp:spPr>
        <a:xfrm>
          <a:off x="767592" y="2492665"/>
          <a:ext cx="6030082" cy="6645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0335" tIns="70335" rIns="70335" bIns="70335" numCol="1" spcCol="1270" anchor="ctr" anchorCtr="0">
          <a:noAutofit/>
        </a:bodyPr>
        <a:lstStyle/>
        <a:p>
          <a:pPr marL="0" lvl="0" indent="0" algn="l" defTabSz="711200">
            <a:lnSpc>
              <a:spcPct val="90000"/>
            </a:lnSpc>
            <a:spcBef>
              <a:spcPct val="0"/>
            </a:spcBef>
            <a:spcAft>
              <a:spcPct val="35000"/>
            </a:spcAft>
            <a:buNone/>
          </a:pPr>
          <a:r>
            <a:rPr lang="en-US" sz="1600" kern="1200"/>
            <a:t>4.  Be calm – the angrier we get, the more defensive they can</a:t>
          </a:r>
        </a:p>
      </dsp:txBody>
      <dsp:txXfrm>
        <a:off x="767592" y="2492665"/>
        <a:ext cx="6030082" cy="664581"/>
      </dsp:txXfrm>
    </dsp:sp>
    <dsp:sp modelId="{727A56B1-A03E-4DB3-9585-B780CCD4F1EE}">
      <dsp:nvSpPr>
        <dsp:cNvPr id="0" name=""/>
        <dsp:cNvSpPr/>
      </dsp:nvSpPr>
      <dsp:spPr>
        <a:xfrm>
          <a:off x="0" y="3323392"/>
          <a:ext cx="6797675" cy="664581"/>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F14A042-FB29-4C4A-B7AC-48688DE2F5B9}">
      <dsp:nvSpPr>
        <dsp:cNvPr id="0" name=""/>
        <dsp:cNvSpPr/>
      </dsp:nvSpPr>
      <dsp:spPr>
        <a:xfrm>
          <a:off x="201036" y="3472923"/>
          <a:ext cx="365520" cy="36552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9D47858-00FC-4964-912C-61EF11C9CD2F}">
      <dsp:nvSpPr>
        <dsp:cNvPr id="0" name=""/>
        <dsp:cNvSpPr/>
      </dsp:nvSpPr>
      <dsp:spPr>
        <a:xfrm>
          <a:off x="767592" y="3323392"/>
          <a:ext cx="6030082" cy="6645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0335" tIns="70335" rIns="70335" bIns="70335" numCol="1" spcCol="1270" anchor="ctr" anchorCtr="0">
          <a:noAutofit/>
        </a:bodyPr>
        <a:lstStyle/>
        <a:p>
          <a:pPr marL="0" lvl="0" indent="0" algn="l" defTabSz="711200">
            <a:lnSpc>
              <a:spcPct val="90000"/>
            </a:lnSpc>
            <a:spcBef>
              <a:spcPct val="0"/>
            </a:spcBef>
            <a:spcAft>
              <a:spcPct val="35000"/>
            </a:spcAft>
            <a:buNone/>
          </a:pPr>
          <a:r>
            <a:rPr lang="en-US" sz="1600" kern="1200"/>
            <a:t>5.  Be reasonable – there is a difference between best practice and possible practice</a:t>
          </a:r>
        </a:p>
      </dsp:txBody>
      <dsp:txXfrm>
        <a:off x="767592" y="3323392"/>
        <a:ext cx="6030082" cy="664581"/>
      </dsp:txXfrm>
    </dsp:sp>
    <dsp:sp modelId="{B648B3E3-5419-4396-86B5-42958B556E68}">
      <dsp:nvSpPr>
        <dsp:cNvPr id="0" name=""/>
        <dsp:cNvSpPr/>
      </dsp:nvSpPr>
      <dsp:spPr>
        <a:xfrm>
          <a:off x="0" y="4154119"/>
          <a:ext cx="6797675" cy="664581"/>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429447E-2F0D-4E75-A1B7-FDB17DAE57BE}">
      <dsp:nvSpPr>
        <dsp:cNvPr id="0" name=""/>
        <dsp:cNvSpPr/>
      </dsp:nvSpPr>
      <dsp:spPr>
        <a:xfrm>
          <a:off x="201036" y="4303650"/>
          <a:ext cx="365520" cy="365520"/>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F77378F-C63B-4515-B7B9-6A51E78707CE}">
      <dsp:nvSpPr>
        <dsp:cNvPr id="0" name=""/>
        <dsp:cNvSpPr/>
      </dsp:nvSpPr>
      <dsp:spPr>
        <a:xfrm>
          <a:off x="767592" y="4154119"/>
          <a:ext cx="6030082" cy="6645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0335" tIns="70335" rIns="70335" bIns="70335" numCol="1" spcCol="1270" anchor="ctr" anchorCtr="0">
          <a:noAutofit/>
        </a:bodyPr>
        <a:lstStyle/>
        <a:p>
          <a:pPr marL="0" lvl="0" indent="0" algn="l" defTabSz="711200">
            <a:lnSpc>
              <a:spcPct val="90000"/>
            </a:lnSpc>
            <a:spcBef>
              <a:spcPct val="0"/>
            </a:spcBef>
            <a:spcAft>
              <a:spcPct val="35000"/>
            </a:spcAft>
            <a:buNone/>
          </a:pPr>
          <a:r>
            <a:rPr lang="en-US" sz="1600" kern="1200"/>
            <a:t>6.  Be patient – you have a right to the information, and they will get it to you when they can</a:t>
          </a:r>
        </a:p>
      </dsp:txBody>
      <dsp:txXfrm>
        <a:off x="767592" y="4154119"/>
        <a:ext cx="6030082" cy="664581"/>
      </dsp:txXfrm>
    </dsp:sp>
    <dsp:sp modelId="{F079C061-D225-464B-B838-749DC23ABA9F}">
      <dsp:nvSpPr>
        <dsp:cNvPr id="0" name=""/>
        <dsp:cNvSpPr/>
      </dsp:nvSpPr>
      <dsp:spPr>
        <a:xfrm>
          <a:off x="0" y="4984847"/>
          <a:ext cx="6797675" cy="664581"/>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B011846-CBAD-48B2-A901-0D45453088D1}">
      <dsp:nvSpPr>
        <dsp:cNvPr id="0" name=""/>
        <dsp:cNvSpPr/>
      </dsp:nvSpPr>
      <dsp:spPr>
        <a:xfrm>
          <a:off x="201036" y="5134378"/>
          <a:ext cx="365520" cy="365520"/>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D38A0B3-CDFC-4614-B2A5-1E9C14C824A8}">
      <dsp:nvSpPr>
        <dsp:cNvPr id="0" name=""/>
        <dsp:cNvSpPr/>
      </dsp:nvSpPr>
      <dsp:spPr>
        <a:xfrm>
          <a:off x="767592" y="4984847"/>
          <a:ext cx="6030082" cy="6645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0335" tIns="70335" rIns="70335" bIns="70335" numCol="1" spcCol="1270" anchor="ctr" anchorCtr="0">
          <a:noAutofit/>
        </a:bodyPr>
        <a:lstStyle/>
        <a:p>
          <a:pPr marL="0" lvl="0" indent="0" algn="l" defTabSz="711200">
            <a:lnSpc>
              <a:spcPct val="90000"/>
            </a:lnSpc>
            <a:spcBef>
              <a:spcPct val="0"/>
            </a:spcBef>
            <a:spcAft>
              <a:spcPct val="35000"/>
            </a:spcAft>
            <a:buNone/>
          </a:pPr>
          <a:r>
            <a:rPr lang="en-US" sz="1600" kern="1200"/>
            <a:t>7.  Be informed – know your rights </a:t>
          </a:r>
        </a:p>
      </dsp:txBody>
      <dsp:txXfrm>
        <a:off x="767592" y="4984847"/>
        <a:ext cx="6030082" cy="664581"/>
      </dsp:txXfrm>
    </dsp:sp>
  </dsp:spTree>
</dsp:drawing>
</file>

<file path=ppt/diagrams/layout1.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2.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5/19/25</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002309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5/19/25</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804432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5/19/25</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369043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5/19/25</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242746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5/19/25</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913987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5/19/25</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83188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5/19/25</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266234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5/19/25</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663699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5/19/25</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61837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5/19/25</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121508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5/19/25</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214445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5/19/25</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369522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72" r:id="rId5"/>
    <p:sldLayoutId id="2147483666" r:id="rId6"/>
    <p:sldLayoutId id="2147483667" r:id="rId7"/>
    <p:sldLayoutId id="2147483668" r:id="rId8"/>
    <p:sldLayoutId id="2147483671" r:id="rId9"/>
    <p:sldLayoutId id="2147483669" r:id="rId10"/>
    <p:sldLayoutId id="2147483670" r:id="rId11"/>
  </p:sldLayoutIdLst>
  <p:hf sldNum="0" hdr="0" ftr="0" dt="0"/>
  <p:txStyles>
    <p:titleStyle>
      <a:lvl1pPr algn="l" defTabSz="914400" rtl="0" eaLnBrk="1" latinLnBrk="0" hangingPunct="1">
        <a:lnSpc>
          <a:spcPct val="90000"/>
        </a:lnSpc>
        <a:spcBef>
          <a:spcPct val="0"/>
        </a:spcBef>
        <a:buNone/>
        <a:defRPr sz="55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20000"/>
        </a:lnSpc>
        <a:spcBef>
          <a:spcPts val="1200"/>
        </a:spcBef>
        <a:spcAft>
          <a:spcPts val="200"/>
        </a:spcAft>
        <a:buClr>
          <a:schemeClr val="accent1"/>
        </a:buClr>
        <a:buSzPct val="100000"/>
        <a:buFont typeface="Calibri" panose="020F0502020204030204" pitchFamily="34" charset="0"/>
        <a:buChar char=" "/>
        <a:defRPr sz="18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6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2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2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2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4.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6.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34.jpe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27.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30.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39.xml.rels><?xml version="1.0" encoding="UTF-8" standalone="yes"?>
<Relationships xmlns="http://schemas.openxmlformats.org/package/2006/relationships"><Relationship Id="rId3" Type="http://schemas.openxmlformats.org/officeDocument/2006/relationships/hyperlink" Target="https://www.parentcenterhub.org/meetings/" TargetMode="External"/><Relationship Id="rId2" Type="http://schemas.openxmlformats.org/officeDocument/2006/relationships/hyperlink" Target="https://peatc.org/wp-content/uploads/2020/12/How-to-Prepare-for-Your-Childs-IEP-Meeting.pdf" TargetMode="External"/><Relationship Id="rId1" Type="http://schemas.openxmlformats.org/officeDocument/2006/relationships/slideLayout" Target="../slideLayouts/slideLayout2.xml"/><Relationship Id="rId6" Type="http://schemas.openxmlformats.org/officeDocument/2006/relationships/hyperlink" Target="https://www.pattan.net/getmedia/ba6f35f7-42f6-4915-941e-60862e6a8241/TDR_42PrepIEPMtg0415" TargetMode="External"/><Relationship Id="rId5" Type="http://schemas.openxmlformats.org/officeDocument/2006/relationships/hyperlink" Target="https://undivided.io/resources/preparing-for-your-first-iep-elementary-1234" TargetMode="External"/><Relationship Id="rId4" Type="http://schemas.openxmlformats.org/officeDocument/2006/relationships/hyperlink" Target="https://www.ed.gov/sites/ed/files/policy/speced/guid/idea/tb-iep-meetings.pdf" TargetMode="External"/></Relationships>
</file>

<file path=ppt/slides/_rels/slide40.xml.rels><?xml version="1.0" encoding="UTF-8" standalone="yes"?>
<Relationships xmlns="http://schemas.openxmlformats.org/package/2006/relationships"><Relationship Id="rId3" Type="http://schemas.openxmlformats.org/officeDocument/2006/relationships/hyperlink" Target="http://www.facebook.com/drmattzakreski" TargetMode="External"/><Relationship Id="rId2" Type="http://schemas.openxmlformats.org/officeDocument/2006/relationships/hyperlink" Target="mailto:drmatt@theneurodiversitycollective.com" TargetMode="External"/><Relationship Id="rId1" Type="http://schemas.openxmlformats.org/officeDocument/2006/relationships/slideLayout" Target="../slideLayouts/slideLayout2.xml"/><Relationship Id="rId4" Type="http://schemas.openxmlformats.org/officeDocument/2006/relationships/hyperlink" Target="http://www.theneurodiversitycollective.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F1314C34-F582-4EEF-86CE-F88761E524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5875" cap="flat" cmpd="sng" algn="ctr">
            <a:noFill/>
            <a:prstDash val="solid"/>
          </a:ln>
          <a:effectLst/>
          <a:extLst>
            <a:ext uri="{91240B29-F687-4F45-9708-019B960494DF}">
              <a14:hiddenLine xmlns:a14="http://schemas.microsoft.com/office/drawing/2010/main" w="1587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78C8EC73-1C3F-47CC-8EDB-E2FCBEB29A9D}"/>
              </a:ext>
            </a:extLst>
          </p:cNvPr>
          <p:cNvPicPr>
            <a:picLocks noChangeAspect="1"/>
          </p:cNvPicPr>
          <p:nvPr/>
        </p:nvPicPr>
        <p:blipFill rotWithShape="1">
          <a:blip r:embed="rId2"/>
          <a:srcRect t="8871" b="6859"/>
          <a:stretch>
            <a:fillRect/>
          </a:stretch>
        </p:blipFill>
        <p:spPr>
          <a:xfrm>
            <a:off x="-1" y="10"/>
            <a:ext cx="12191999" cy="6857990"/>
          </a:xfrm>
          <a:prstGeom prst="rect">
            <a:avLst/>
          </a:prstGeom>
        </p:spPr>
      </p:pic>
      <p:sp>
        <p:nvSpPr>
          <p:cNvPr id="20" name="Rectangle 19">
            <a:extLst>
              <a:ext uri="{FF2B5EF4-FFF2-40B4-BE49-F238E27FC236}">
                <a16:creationId xmlns:a16="http://schemas.microsoft.com/office/drawing/2014/main" id="{7319A1DD-F557-4EC6-8A8C-F7617B4CD6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118982"/>
            <a:ext cx="7537704" cy="2462668"/>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6A07DA1-BADA-4CA7-BC8E-785B56407CFE}"/>
              </a:ext>
            </a:extLst>
          </p:cNvPr>
          <p:cNvSpPr>
            <a:spLocks noGrp="1"/>
          </p:cNvSpPr>
          <p:nvPr>
            <p:ph type="ctrTitle"/>
          </p:nvPr>
        </p:nvSpPr>
        <p:spPr>
          <a:xfrm>
            <a:off x="735791" y="3331444"/>
            <a:ext cx="6470692" cy="1229306"/>
          </a:xfrm>
        </p:spPr>
        <p:txBody>
          <a:bodyPr>
            <a:normAutofit/>
          </a:bodyPr>
          <a:lstStyle/>
          <a:p>
            <a:r>
              <a:rPr lang="en-US" sz="3800" dirty="0">
                <a:solidFill>
                  <a:schemeClr val="tx1"/>
                </a:solidFill>
              </a:rPr>
              <a:t>Why Gifted Education Matters (and what to do about it)</a:t>
            </a:r>
          </a:p>
        </p:txBody>
      </p:sp>
      <p:sp>
        <p:nvSpPr>
          <p:cNvPr id="3" name="Subtitle 2">
            <a:extLst>
              <a:ext uri="{FF2B5EF4-FFF2-40B4-BE49-F238E27FC236}">
                <a16:creationId xmlns:a16="http://schemas.microsoft.com/office/drawing/2014/main" id="{F4278367-2BA5-4985-B34B-71BC31F05CEF}"/>
              </a:ext>
            </a:extLst>
          </p:cNvPr>
          <p:cNvSpPr>
            <a:spLocks noGrp="1"/>
          </p:cNvSpPr>
          <p:nvPr>
            <p:ph type="subTitle" idx="1"/>
          </p:nvPr>
        </p:nvSpPr>
        <p:spPr>
          <a:xfrm>
            <a:off x="735791" y="4735799"/>
            <a:ext cx="6470693" cy="605256"/>
          </a:xfrm>
        </p:spPr>
        <p:txBody>
          <a:bodyPr>
            <a:normAutofit/>
          </a:bodyPr>
          <a:lstStyle/>
          <a:p>
            <a:r>
              <a:rPr lang="en-US"/>
              <a:t>Matthew J. Zakreski, PsyD</a:t>
            </a:r>
          </a:p>
        </p:txBody>
      </p:sp>
      <p:cxnSp>
        <p:nvCxnSpPr>
          <p:cNvPr id="22" name="Straight Connector 21">
            <a:extLst>
              <a:ext uri="{FF2B5EF4-FFF2-40B4-BE49-F238E27FC236}">
                <a16:creationId xmlns:a16="http://schemas.microsoft.com/office/drawing/2014/main" id="{D28A9C89-B313-458F-9C85-515930A51A9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2429" y="4641183"/>
            <a:ext cx="6309360" cy="0"/>
          </a:xfrm>
          <a:prstGeom prst="line">
            <a:avLst/>
          </a:prstGeom>
          <a:ln w="19050">
            <a:solidFill>
              <a:schemeClr val="accent1">
                <a:alpha val="90000"/>
              </a:schemeClr>
            </a:solidFill>
          </a:ln>
        </p:spPr>
        <p:style>
          <a:lnRef idx="1">
            <a:schemeClr val="accent1"/>
          </a:lnRef>
          <a:fillRef idx="0">
            <a:schemeClr val="accent1"/>
          </a:fillRef>
          <a:effectRef idx="0">
            <a:schemeClr val="accent1"/>
          </a:effectRef>
          <a:fontRef idx="minor">
            <a:schemeClr val="tx1"/>
          </a:fontRef>
        </p:style>
      </p:cxnSp>
      <p:sp>
        <p:nvSpPr>
          <p:cNvPr id="24" name="!!footer rectangle">
            <a:extLst>
              <a:ext uri="{FF2B5EF4-FFF2-40B4-BE49-F238E27FC236}">
                <a16:creationId xmlns:a16="http://schemas.microsoft.com/office/drawing/2014/main" id="{C390A367-0330-4E03-9D5F-40308A7975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rgbClr val="26262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0758423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6000"/>
                <a:shade val="99000"/>
                <a:satMod val="140000"/>
              </a:schemeClr>
            </a:gs>
            <a:gs pos="65000">
              <a:schemeClr val="bg1">
                <a:tint val="100000"/>
                <a:shade val="80000"/>
                <a:satMod val="130000"/>
              </a:schemeClr>
            </a:gs>
            <a:gs pos="100000">
              <a:schemeClr val="bg1">
                <a:tint val="100000"/>
                <a:shade val="48000"/>
                <a:satMod val="120000"/>
              </a:schemeClr>
            </a:gs>
          </a:gsLst>
          <a:lin ang="16200000" scaled="0"/>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F6F1E82-F603-49E4-9641-09EEA984A3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D0D276E-0C5C-4708-8C9F-0C8AF20F20F7}"/>
              </a:ext>
            </a:extLst>
          </p:cNvPr>
          <p:cNvSpPr>
            <a:spLocks noGrp="1"/>
          </p:cNvSpPr>
          <p:nvPr>
            <p:ph type="title"/>
          </p:nvPr>
        </p:nvSpPr>
        <p:spPr>
          <a:xfrm>
            <a:off x="1097280" y="286603"/>
            <a:ext cx="10058400" cy="1450757"/>
          </a:xfrm>
        </p:spPr>
        <p:txBody>
          <a:bodyPr>
            <a:normAutofit/>
          </a:bodyPr>
          <a:lstStyle/>
          <a:p>
            <a:r>
              <a:rPr lang="en-US" dirty="0"/>
              <a:t>Our Goals for Today</a:t>
            </a:r>
          </a:p>
        </p:txBody>
      </p:sp>
      <p:cxnSp>
        <p:nvCxnSpPr>
          <p:cNvPr id="11" name="Straight Connector 10">
            <a:extLst>
              <a:ext uri="{FF2B5EF4-FFF2-40B4-BE49-F238E27FC236}">
                <a16:creationId xmlns:a16="http://schemas.microsoft.com/office/drawing/2014/main" id="{C81CFD00-FC30-4AFB-A61F-3127B2C90F7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9D1595AB-90F6-488F-B5E3-F8CFCC8FAA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AC5437AC-1A99-14F8-7914-FE1FDE333DB9}"/>
              </a:ext>
            </a:extLst>
          </p:cNvPr>
          <p:cNvGraphicFramePr>
            <a:graphicFrameLocks noGrp="1"/>
          </p:cNvGraphicFramePr>
          <p:nvPr>
            <p:ph idx="1"/>
            <p:extLst>
              <p:ext uri="{D42A27DB-BD31-4B8C-83A1-F6EECF244321}">
                <p14:modId xmlns:p14="http://schemas.microsoft.com/office/powerpoint/2010/main" val="3308844515"/>
              </p:ext>
            </p:extLst>
          </p:nvPr>
        </p:nvGraphicFramePr>
        <p:xfrm>
          <a:off x="1096963" y="2098515"/>
          <a:ext cx="10058400" cy="3786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88474766"/>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4A70E-88F5-47C2-A22B-AB5C482E777B}"/>
              </a:ext>
            </a:extLst>
          </p:cNvPr>
          <p:cNvSpPr>
            <a:spLocks noGrp="1"/>
          </p:cNvSpPr>
          <p:nvPr>
            <p:ph type="title"/>
          </p:nvPr>
        </p:nvSpPr>
        <p:spPr/>
        <p:txBody>
          <a:bodyPr/>
          <a:lstStyle/>
          <a:p>
            <a:r>
              <a:rPr lang="en-US" dirty="0"/>
              <a:t>Important Caveats </a:t>
            </a:r>
          </a:p>
        </p:txBody>
      </p:sp>
      <p:sp>
        <p:nvSpPr>
          <p:cNvPr id="3" name="Content Placeholder 2">
            <a:extLst>
              <a:ext uri="{FF2B5EF4-FFF2-40B4-BE49-F238E27FC236}">
                <a16:creationId xmlns:a16="http://schemas.microsoft.com/office/drawing/2014/main" id="{61330F5A-8FB0-4686-95BA-579B3350A391}"/>
              </a:ext>
            </a:extLst>
          </p:cNvPr>
          <p:cNvSpPr>
            <a:spLocks noGrp="1"/>
          </p:cNvSpPr>
          <p:nvPr>
            <p:ph idx="1"/>
          </p:nvPr>
        </p:nvSpPr>
        <p:spPr/>
        <p:txBody>
          <a:bodyPr/>
          <a:lstStyle/>
          <a:p>
            <a:r>
              <a:rPr lang="en-US" dirty="0"/>
              <a:t>I am a psychologist and an expert in gifted students</a:t>
            </a:r>
          </a:p>
          <a:p>
            <a:r>
              <a:rPr lang="en-US" dirty="0"/>
              <a:t>I am NOT an educator </a:t>
            </a:r>
          </a:p>
          <a:p>
            <a:r>
              <a:rPr lang="en-US" dirty="0"/>
              <a:t>I am NOT a lawyer</a:t>
            </a:r>
          </a:p>
          <a:p>
            <a:r>
              <a:rPr lang="en-US" dirty="0"/>
              <a:t>I am NOT a trained educational advocate</a:t>
            </a:r>
          </a:p>
          <a:p>
            <a:r>
              <a:rPr lang="en-US" dirty="0"/>
              <a:t>This advice is based on publicly available documents, my own clinical and professional experience, and consultation with professionals</a:t>
            </a:r>
          </a:p>
          <a:p>
            <a:pPr algn="ctr"/>
            <a:r>
              <a:rPr lang="en-US" sz="3600" dirty="0"/>
              <a:t>THIS IS NOT LEGAL ADVICE</a:t>
            </a:r>
          </a:p>
        </p:txBody>
      </p:sp>
    </p:spTree>
    <p:extLst>
      <p:ext uri="{BB962C8B-B14F-4D97-AF65-F5344CB8AC3E}">
        <p14:creationId xmlns:p14="http://schemas.microsoft.com/office/powerpoint/2010/main" val="896975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fade">
                                      <p:cBhvr>
                                        <p:cTn id="7" dur="1000"/>
                                        <p:tgtEl>
                                          <p:spTgt spid="3">
                                            <p:txEl>
                                              <p:pRg st="5" end="5"/>
                                            </p:txEl>
                                          </p:spTgt>
                                        </p:tgtEl>
                                      </p:cBhvr>
                                    </p:animEffect>
                                    <p:anim calcmode="lin" valueType="num">
                                      <p:cBhvr>
                                        <p:cTn id="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5" name="Rectangle 134">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37" name="Rectangle 136">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648593"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242" name="Rectangle 2"/>
          <p:cNvSpPr>
            <a:spLocks noGrp="1" noChangeArrowheads="1"/>
          </p:cNvSpPr>
          <p:nvPr>
            <p:ph type="title"/>
          </p:nvPr>
        </p:nvSpPr>
        <p:spPr>
          <a:xfrm>
            <a:off x="492369" y="605896"/>
            <a:ext cx="3642309" cy="5646208"/>
          </a:xfrm>
        </p:spPr>
        <p:txBody>
          <a:bodyPr anchor="ctr">
            <a:normAutofit/>
          </a:bodyPr>
          <a:lstStyle/>
          <a:p>
            <a:pPr eaLnBrk="1" hangingPunct="1"/>
            <a:r>
              <a:rPr lang="en-US" altLang="en-US" sz="4400">
                <a:solidFill>
                  <a:srgbClr val="FFFFFF"/>
                </a:solidFill>
              </a:rPr>
              <a:t>Definition</a:t>
            </a:r>
          </a:p>
        </p:txBody>
      </p:sp>
      <p:sp>
        <p:nvSpPr>
          <p:cNvPr id="4099" name="Rectangle 3"/>
          <p:cNvSpPr>
            <a:spLocks noGrp="1" noChangeArrowheads="1"/>
          </p:cNvSpPr>
          <p:nvPr>
            <p:ph type="body" idx="1"/>
          </p:nvPr>
        </p:nvSpPr>
        <p:spPr>
          <a:xfrm>
            <a:off x="5231958" y="605896"/>
            <a:ext cx="5923721" cy="5646208"/>
          </a:xfrm>
        </p:spPr>
        <p:txBody>
          <a:bodyPr anchor="ctr">
            <a:normAutofit/>
          </a:bodyPr>
          <a:lstStyle/>
          <a:p>
            <a:pPr marL="0" indent="0">
              <a:lnSpc>
                <a:spcPct val="110000"/>
              </a:lnSpc>
              <a:buNone/>
              <a:defRPr/>
            </a:pPr>
            <a:endParaRPr lang="en-US" sz="2400" dirty="0"/>
          </a:p>
          <a:p>
            <a:pPr marL="0" indent="0">
              <a:lnSpc>
                <a:spcPct val="110000"/>
              </a:lnSpc>
              <a:buNone/>
              <a:defRPr/>
            </a:pPr>
            <a:r>
              <a:rPr lang="en-US" sz="2400" dirty="0"/>
              <a:t>The term "gifted and talented" when used in respect to students, children, or youth means students, children, or youth who give evidence of high-performance capability in areas such as intellectual, creative, artistic, or leadership capacity, or in specific academic fields, and who require services or activities not ordinarily provided by the school in order to fully develop such capabilities. </a:t>
            </a:r>
          </a:p>
          <a:p>
            <a:pPr marL="0" indent="0">
              <a:lnSpc>
                <a:spcPct val="110000"/>
              </a:lnSpc>
              <a:buNone/>
              <a:defRPr/>
            </a:pPr>
            <a:endParaRPr lang="en-US" sz="2400" dirty="0"/>
          </a:p>
          <a:p>
            <a:pPr marL="0" indent="0">
              <a:lnSpc>
                <a:spcPct val="110000"/>
              </a:lnSpc>
              <a:buNone/>
              <a:defRPr/>
            </a:pPr>
            <a:r>
              <a:rPr lang="en-US" sz="2400" dirty="0"/>
              <a:t>Susan Johnsen</a:t>
            </a:r>
          </a:p>
        </p:txBody>
      </p:sp>
    </p:spTree>
    <p:extLst>
      <p:ext uri="{BB962C8B-B14F-4D97-AF65-F5344CB8AC3E}">
        <p14:creationId xmlns:p14="http://schemas.microsoft.com/office/powerpoint/2010/main" val="9891629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44E128-FF69-4E9F-8327-6B504B3C5A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 y="0"/>
            <a:ext cx="12191985"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F3018D38-BD25-47D6-92C5-EE2F123E1FF0}"/>
              </a:ext>
            </a:extLst>
          </p:cNvPr>
          <p:cNvSpPr>
            <a:spLocks noGrp="1"/>
          </p:cNvSpPr>
          <p:nvPr>
            <p:ph type="title"/>
          </p:nvPr>
        </p:nvSpPr>
        <p:spPr>
          <a:xfrm>
            <a:off x="643467" y="516835"/>
            <a:ext cx="3448259" cy="1666501"/>
          </a:xfrm>
        </p:spPr>
        <p:txBody>
          <a:bodyPr>
            <a:normAutofit/>
          </a:bodyPr>
          <a:lstStyle/>
          <a:p>
            <a:r>
              <a:rPr lang="en-US" sz="3400">
                <a:solidFill>
                  <a:srgbClr val="FFFFFF"/>
                </a:solidFill>
              </a:rPr>
              <a:t>Giftedness is a distinct neurological profile</a:t>
            </a:r>
          </a:p>
        </p:txBody>
      </p:sp>
      <p:cxnSp>
        <p:nvCxnSpPr>
          <p:cNvPr id="11" name="Straight Connector 10">
            <a:extLst>
              <a:ext uri="{FF2B5EF4-FFF2-40B4-BE49-F238E27FC236}">
                <a16:creationId xmlns:a16="http://schemas.microsoft.com/office/drawing/2014/main" id="{055CEADF-09EA-423C-8C45-F94AF44D5AF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3686" y="2353592"/>
            <a:ext cx="329184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343EDAE-E2AF-4133-B275-B06249AB1938}"/>
              </a:ext>
            </a:extLst>
          </p:cNvPr>
          <p:cNvSpPr>
            <a:spLocks noGrp="1"/>
          </p:cNvSpPr>
          <p:nvPr>
            <p:ph idx="1"/>
          </p:nvPr>
        </p:nvSpPr>
        <p:spPr>
          <a:xfrm>
            <a:off x="643467" y="2546224"/>
            <a:ext cx="3448259" cy="3342747"/>
          </a:xfrm>
        </p:spPr>
        <p:txBody>
          <a:bodyPr>
            <a:normAutofit/>
          </a:bodyPr>
          <a:lstStyle/>
          <a:p>
            <a:pPr lvl="1">
              <a:lnSpc>
                <a:spcPct val="90000"/>
              </a:lnSpc>
            </a:pPr>
            <a:r>
              <a:rPr lang="en-US" altLang="en-US" sz="1400">
                <a:solidFill>
                  <a:srgbClr val="FFFFFF"/>
                </a:solidFill>
              </a:rPr>
              <a:t>Efficient brains (better pruning of neurons)</a:t>
            </a:r>
          </a:p>
          <a:p>
            <a:pPr lvl="2">
              <a:lnSpc>
                <a:spcPct val="90000"/>
              </a:lnSpc>
            </a:pPr>
            <a:r>
              <a:rPr lang="en-US" altLang="en-US" sz="1400">
                <a:solidFill>
                  <a:srgbClr val="FFFFFF"/>
                </a:solidFill>
              </a:rPr>
              <a:t>Much larger corpus callosum</a:t>
            </a:r>
          </a:p>
          <a:p>
            <a:pPr lvl="1">
              <a:lnSpc>
                <a:spcPct val="90000"/>
              </a:lnSpc>
            </a:pPr>
            <a:r>
              <a:rPr lang="en-US" altLang="en-US" sz="1400">
                <a:solidFill>
                  <a:srgbClr val="FFFFFF"/>
                </a:solidFill>
              </a:rPr>
              <a:t>Poor self-regulation and organization skills (overwhelmed pre-frontal cortex)</a:t>
            </a:r>
          </a:p>
          <a:p>
            <a:pPr lvl="1">
              <a:lnSpc>
                <a:spcPct val="90000"/>
              </a:lnSpc>
            </a:pPr>
            <a:r>
              <a:rPr lang="en-US" altLang="en-US" sz="1400">
                <a:solidFill>
                  <a:srgbClr val="FFFFFF"/>
                </a:solidFill>
              </a:rPr>
              <a:t>Emotional intensity  (larger amygdala) </a:t>
            </a:r>
          </a:p>
          <a:p>
            <a:pPr lvl="1">
              <a:lnSpc>
                <a:spcPct val="90000"/>
              </a:lnSpc>
            </a:pPr>
            <a:r>
              <a:rPr lang="en-US" altLang="en-US" sz="1400">
                <a:solidFill>
                  <a:srgbClr val="FFFFFF"/>
                </a:solidFill>
              </a:rPr>
              <a:t>Reactive in social situations (hypothalamus / limbic system)</a:t>
            </a:r>
          </a:p>
          <a:p>
            <a:pPr lvl="1">
              <a:lnSpc>
                <a:spcPct val="90000"/>
              </a:lnSpc>
            </a:pPr>
            <a:r>
              <a:rPr lang="en-US" altLang="en-US" sz="1400">
                <a:solidFill>
                  <a:srgbClr val="FFFFFF"/>
                </a:solidFill>
              </a:rPr>
              <a:t>Perfectionism (overactive basal ganglia)</a:t>
            </a:r>
          </a:p>
          <a:p>
            <a:pPr lvl="1">
              <a:lnSpc>
                <a:spcPct val="90000"/>
              </a:lnSpc>
            </a:pPr>
            <a:r>
              <a:rPr lang="en-US" altLang="en-US" sz="1400">
                <a:solidFill>
                  <a:srgbClr val="FFFFFF"/>
                </a:solidFill>
              </a:rPr>
              <a:t>Creativity (supramarginal gyrus / right parietal lobe interconnectivity) </a:t>
            </a:r>
          </a:p>
          <a:p>
            <a:pPr lvl="1">
              <a:lnSpc>
                <a:spcPct val="90000"/>
              </a:lnSpc>
            </a:pPr>
            <a:r>
              <a:rPr lang="en-US" altLang="en-US" sz="1400">
                <a:solidFill>
                  <a:srgbClr val="FFFFFF"/>
                </a:solidFill>
              </a:rPr>
              <a:t>Thickness of cortex changes</a:t>
            </a:r>
          </a:p>
          <a:p>
            <a:pPr lvl="1">
              <a:lnSpc>
                <a:spcPct val="90000"/>
              </a:lnSpc>
            </a:pPr>
            <a:r>
              <a:rPr lang="en-US" altLang="en-US" sz="1400">
                <a:solidFill>
                  <a:srgbClr val="FFFFFF"/>
                </a:solidFill>
              </a:rPr>
              <a:t>Over-excitabilities</a:t>
            </a:r>
          </a:p>
          <a:p>
            <a:pPr>
              <a:lnSpc>
                <a:spcPct val="90000"/>
              </a:lnSpc>
            </a:pPr>
            <a:endParaRPr lang="en-US" sz="1400">
              <a:solidFill>
                <a:srgbClr val="FFFFFF"/>
              </a:solidFill>
            </a:endParaRPr>
          </a:p>
        </p:txBody>
      </p:sp>
      <p:pic>
        <p:nvPicPr>
          <p:cNvPr id="4" name="Picture 2" descr="Image result for brain">
            <a:extLst>
              <a:ext uri="{FF2B5EF4-FFF2-40B4-BE49-F238E27FC236}">
                <a16:creationId xmlns:a16="http://schemas.microsoft.com/office/drawing/2014/main" id="{8BDB44EC-617C-4C2E-9084-990C304B72DF}"/>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6447" r="6448"/>
          <a:stretch/>
        </p:blipFill>
        <p:spPr bwMode="auto">
          <a:xfrm>
            <a:off x="4654296" y="10"/>
            <a:ext cx="7537703" cy="685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809614"/>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19858742-3FE8-45B8-8546-FD1B7C4D1D70}"/>
              </a:ext>
            </a:extLst>
          </p:cNvPr>
          <p:cNvSpPr>
            <a:spLocks noGrp="1"/>
          </p:cNvSpPr>
          <p:nvPr>
            <p:ph type="title"/>
          </p:nvPr>
        </p:nvSpPr>
        <p:spPr/>
        <p:txBody>
          <a:bodyPr/>
          <a:lstStyle/>
          <a:p>
            <a:pPr eaLnBrk="1" hangingPunct="1"/>
            <a:r>
              <a:rPr lang="en-US" altLang="en-US"/>
              <a:t>   </a:t>
            </a:r>
          </a:p>
        </p:txBody>
      </p:sp>
      <p:sp>
        <p:nvSpPr>
          <p:cNvPr id="24579" name="Content Placeholder 2">
            <a:extLst>
              <a:ext uri="{FF2B5EF4-FFF2-40B4-BE49-F238E27FC236}">
                <a16:creationId xmlns:a16="http://schemas.microsoft.com/office/drawing/2014/main" id="{067C7CE6-FA15-4652-8E4A-3E125DF73837}"/>
              </a:ext>
            </a:extLst>
          </p:cNvPr>
          <p:cNvSpPr>
            <a:spLocks noGrp="1"/>
          </p:cNvSpPr>
          <p:nvPr>
            <p:ph idx="1"/>
          </p:nvPr>
        </p:nvSpPr>
        <p:spPr/>
        <p:txBody>
          <a:bodyPr/>
          <a:lstStyle/>
          <a:p>
            <a:pPr marL="0" indent="0" algn="ctr">
              <a:buNone/>
            </a:pPr>
            <a:endParaRPr lang="en-US" altLang="en-US" sz="6000"/>
          </a:p>
          <a:p>
            <a:pPr marL="0" indent="0" algn="ctr">
              <a:buNone/>
            </a:pPr>
            <a:r>
              <a:rPr lang="en-US" altLang="en-US" sz="6000"/>
              <a:t>Do Gifted Students Struggle?</a:t>
            </a:r>
          </a:p>
        </p:txBody>
      </p:sp>
      <p:pic>
        <p:nvPicPr>
          <p:cNvPr id="2" name="Picture 2" descr="http://1.bp.blogspot.com/-AZNV9I1nBF4/UB6SvKtIR6I/AAAAAAAAAWY/fk8_oWh9JCI/s1600/midvale+school+for+the+gifted.jpg">
            <a:extLst>
              <a:ext uri="{FF2B5EF4-FFF2-40B4-BE49-F238E27FC236}">
                <a16:creationId xmlns:a16="http://schemas.microsoft.com/office/drawing/2014/main" id="{A936A732-1BCF-77A1-2121-B3D7408361D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a:xfrm>
            <a:off x="4204291" y="801793"/>
            <a:ext cx="3783417" cy="52730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24DD7-20A2-2981-6514-7B16ED422ECB}"/>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3C37FDAC-195B-F33E-6121-6096D14382D9}"/>
              </a:ext>
            </a:extLst>
          </p:cNvPr>
          <p:cNvSpPr>
            <a:spLocks noGrp="1"/>
          </p:cNvSpPr>
          <p:nvPr>
            <p:ph idx="1"/>
          </p:nvPr>
        </p:nvSpPr>
        <p:spPr/>
        <p:txBody>
          <a:bodyPr/>
          <a:lstStyle/>
          <a:p>
            <a:r>
              <a:rPr lang="en-US" dirty="0"/>
              <a:t> </a:t>
            </a:r>
          </a:p>
        </p:txBody>
      </p:sp>
      <p:pic>
        <p:nvPicPr>
          <p:cNvPr id="3074" name="Picture 2" descr="Extremes of Intelligence: Intellectual Disability and Giftedness | Lifespan  Development">
            <a:extLst>
              <a:ext uri="{FF2B5EF4-FFF2-40B4-BE49-F238E27FC236}">
                <a16:creationId xmlns:a16="http://schemas.microsoft.com/office/drawing/2014/main" id="{C24206E4-9EA5-3A49-72BA-98A6BB4255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69950"/>
            <a:ext cx="12192000" cy="51165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91909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D225B-2D29-403F-BB78-6B9B80E155CC}"/>
              </a:ext>
            </a:extLst>
          </p:cNvPr>
          <p:cNvSpPr>
            <a:spLocks noGrp="1"/>
          </p:cNvSpPr>
          <p:nvPr>
            <p:ph type="title"/>
          </p:nvPr>
        </p:nvSpPr>
        <p:spPr>
          <a:xfrm>
            <a:off x="838200" y="365125"/>
            <a:ext cx="10515600" cy="662781"/>
          </a:xfrm>
        </p:spPr>
        <p:txBody>
          <a:bodyPr>
            <a:normAutofit fontScale="90000"/>
          </a:bodyPr>
          <a:lstStyle/>
          <a:p>
            <a:r>
              <a:rPr lang="en-US" dirty="0"/>
              <a:t>Gifted Education is Special Education</a:t>
            </a:r>
          </a:p>
        </p:txBody>
      </p:sp>
      <p:sp>
        <p:nvSpPr>
          <p:cNvPr id="3" name="Content Placeholder 2">
            <a:extLst>
              <a:ext uri="{FF2B5EF4-FFF2-40B4-BE49-F238E27FC236}">
                <a16:creationId xmlns:a16="http://schemas.microsoft.com/office/drawing/2014/main" id="{7D7BD756-AF5E-4748-ADB5-C8E012FCD307}"/>
              </a:ext>
            </a:extLst>
          </p:cNvPr>
          <p:cNvSpPr>
            <a:spLocks noGrp="1"/>
          </p:cNvSpPr>
          <p:nvPr>
            <p:ph idx="1"/>
          </p:nvPr>
        </p:nvSpPr>
        <p:spPr>
          <a:xfrm>
            <a:off x="838200" y="1825625"/>
            <a:ext cx="10515600" cy="4351338"/>
          </a:xfrm>
        </p:spPr>
        <p:txBody>
          <a:bodyPr/>
          <a:lstStyle/>
          <a:p>
            <a:pPr marL="0" indent="0">
              <a:buNone/>
            </a:pPr>
            <a:r>
              <a:rPr lang="en-US"/>
              <a:t> </a:t>
            </a:r>
            <a:endParaRPr lang="en-US" dirty="0"/>
          </a:p>
        </p:txBody>
      </p:sp>
      <p:pic>
        <p:nvPicPr>
          <p:cNvPr id="8194" name="Picture 2" descr="Image result for giftedness special education">
            <a:extLst>
              <a:ext uri="{FF2B5EF4-FFF2-40B4-BE49-F238E27FC236}">
                <a16:creationId xmlns:a16="http://schemas.microsoft.com/office/drawing/2014/main" id="{D4F77FE5-79B9-4F5A-B9FD-FE5C0CEC91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9212" y="1027906"/>
            <a:ext cx="9553575" cy="5619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1794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75083-F0AA-4458-9799-8F9DCD2D9EC5}"/>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61CC927E-A437-4527-AF3E-5BE7B32C38E0}"/>
              </a:ext>
            </a:extLst>
          </p:cNvPr>
          <p:cNvSpPr>
            <a:spLocks noGrp="1"/>
          </p:cNvSpPr>
          <p:nvPr>
            <p:ph idx="1"/>
          </p:nvPr>
        </p:nvSpPr>
        <p:spPr/>
        <p:txBody>
          <a:bodyPr/>
          <a:lstStyle/>
          <a:p>
            <a:pPr marL="0" indent="0">
              <a:buNone/>
            </a:pPr>
            <a:r>
              <a:rPr lang="en-US" dirty="0"/>
              <a:t> </a:t>
            </a:r>
          </a:p>
        </p:txBody>
      </p:sp>
      <p:pic>
        <p:nvPicPr>
          <p:cNvPr id="1026" name="Picture 2" descr="Image result for giftedness">
            <a:extLst>
              <a:ext uri="{FF2B5EF4-FFF2-40B4-BE49-F238E27FC236}">
                <a16:creationId xmlns:a16="http://schemas.microsoft.com/office/drawing/2014/main" id="{A0024142-768C-4257-9CB4-533E3F028B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681037"/>
            <a:ext cx="12192000" cy="53271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06361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229" name="Rectangle 9222">
            <a:extLst>
              <a:ext uri="{FF2B5EF4-FFF2-40B4-BE49-F238E27FC236}">
                <a16:creationId xmlns:a16="http://schemas.microsoft.com/office/drawing/2014/main" id="{67B74F2B-9534-4540-96B0-5C8E958B9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70B5D4-9486-21D8-F047-F9301988F425}"/>
              </a:ext>
            </a:extLst>
          </p:cNvPr>
          <p:cNvSpPr>
            <a:spLocks noGrp="1"/>
          </p:cNvSpPr>
          <p:nvPr>
            <p:ph type="title"/>
          </p:nvPr>
        </p:nvSpPr>
        <p:spPr>
          <a:xfrm>
            <a:off x="5172074" y="286603"/>
            <a:ext cx="5983605" cy="1450757"/>
          </a:xfrm>
        </p:spPr>
        <p:txBody>
          <a:bodyPr>
            <a:normAutofit/>
          </a:bodyPr>
          <a:lstStyle/>
          <a:p>
            <a:r>
              <a:rPr lang="en-US"/>
              <a:t>Gifted Education</a:t>
            </a:r>
          </a:p>
        </p:txBody>
      </p:sp>
      <p:pic>
        <p:nvPicPr>
          <p:cNvPr id="9218" name="Picture 2" descr="Moon Leap • Beyond the Chalkboard">
            <a:extLst>
              <a:ext uri="{FF2B5EF4-FFF2-40B4-BE49-F238E27FC236}">
                <a16:creationId xmlns:a16="http://schemas.microsoft.com/office/drawing/2014/main" id="{49009989-B36C-4F36-4290-ABBB5B8255B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5724" r="12721"/>
          <a:stretch/>
        </p:blipFill>
        <p:spPr bwMode="auto">
          <a:xfrm>
            <a:off x="20" y="10"/>
            <a:ext cx="4580077" cy="6400784"/>
          </a:xfrm>
          <a:prstGeom prst="rect">
            <a:avLst/>
          </a:prstGeom>
          <a:noFill/>
          <a:extLst>
            <a:ext uri="{909E8E84-426E-40DD-AFC4-6F175D3DCCD1}">
              <a14:hiddenFill xmlns:a14="http://schemas.microsoft.com/office/drawing/2010/main">
                <a:solidFill>
                  <a:srgbClr val="FFFFFF"/>
                </a:solidFill>
              </a14:hiddenFill>
            </a:ext>
          </a:extLst>
        </p:spPr>
      </p:pic>
      <p:cxnSp>
        <p:nvCxnSpPr>
          <p:cNvPr id="9230" name="!!Straight Connector">
            <a:extLst>
              <a:ext uri="{FF2B5EF4-FFF2-40B4-BE49-F238E27FC236}">
                <a16:creationId xmlns:a16="http://schemas.microsoft.com/office/drawing/2014/main" id="{33BECB2B-2CFA-412C-880F-C4B6097493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42903" y="1917852"/>
            <a:ext cx="594360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C7F8280-0339-3E0C-F28D-0444510D1822}"/>
              </a:ext>
            </a:extLst>
          </p:cNvPr>
          <p:cNvSpPr>
            <a:spLocks noGrp="1"/>
          </p:cNvSpPr>
          <p:nvPr>
            <p:ph idx="1"/>
          </p:nvPr>
        </p:nvSpPr>
        <p:spPr>
          <a:xfrm>
            <a:off x="5172074" y="2108201"/>
            <a:ext cx="5983606" cy="3760891"/>
          </a:xfrm>
        </p:spPr>
        <p:txBody>
          <a:bodyPr>
            <a:normAutofit/>
          </a:bodyPr>
          <a:lstStyle/>
          <a:p>
            <a:r>
              <a:rPr lang="en-US"/>
              <a:t>Regular education is about following the rules and doing what is expected of you – doesn’t work for gifted/2e learners!</a:t>
            </a:r>
          </a:p>
          <a:p>
            <a:r>
              <a:rPr lang="en-US"/>
              <a:t>Gifted education is about doing the unexpected</a:t>
            </a:r>
          </a:p>
          <a:p>
            <a:r>
              <a:rPr lang="en-US"/>
              <a:t>Gifted education is about moving through what you already know so we can get to what you don’t know </a:t>
            </a:r>
          </a:p>
          <a:p>
            <a:r>
              <a:rPr lang="en-US"/>
              <a:t>Gifted education is about meaningful challenge  - how high can you jump?</a:t>
            </a:r>
          </a:p>
        </p:txBody>
      </p:sp>
      <p:sp>
        <p:nvSpPr>
          <p:cNvPr id="9231" name="Rectangle 9226">
            <a:extLst>
              <a:ext uri="{FF2B5EF4-FFF2-40B4-BE49-F238E27FC236}">
                <a16:creationId xmlns:a16="http://schemas.microsoft.com/office/drawing/2014/main" id="{C1B60310-C5C3-46A0-A452-2A0B008434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676412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BD6B0-256B-4B96-B9FC-A11BFD9726A1}"/>
              </a:ext>
            </a:extLst>
          </p:cNvPr>
          <p:cNvSpPr>
            <a:spLocks noGrp="1"/>
          </p:cNvSpPr>
          <p:nvPr>
            <p:ph type="title"/>
          </p:nvPr>
        </p:nvSpPr>
        <p:spPr>
          <a:xfrm>
            <a:off x="1097280" y="286603"/>
            <a:ext cx="10058400" cy="1450757"/>
          </a:xfrm>
        </p:spPr>
        <p:txBody>
          <a:bodyPr>
            <a:normAutofit/>
          </a:bodyPr>
          <a:lstStyle/>
          <a:p>
            <a:r>
              <a:rPr lang="en-US"/>
              <a:t>Good Gifted Instruction</a:t>
            </a:r>
          </a:p>
        </p:txBody>
      </p:sp>
      <p:graphicFrame>
        <p:nvGraphicFramePr>
          <p:cNvPr id="5" name="Content Placeholder 2">
            <a:extLst>
              <a:ext uri="{FF2B5EF4-FFF2-40B4-BE49-F238E27FC236}">
                <a16:creationId xmlns:a16="http://schemas.microsoft.com/office/drawing/2014/main" id="{D95E3FFB-2D1C-4C8E-9147-9E607E919F7A}"/>
              </a:ext>
            </a:extLst>
          </p:cNvPr>
          <p:cNvGraphicFramePr>
            <a:graphicFrameLocks noGrp="1"/>
          </p:cNvGraphicFramePr>
          <p:nvPr>
            <p:ph idx="1"/>
            <p:extLst>
              <p:ext uri="{D42A27DB-BD31-4B8C-83A1-F6EECF244321}">
                <p14:modId xmlns:p14="http://schemas.microsoft.com/office/powerpoint/2010/main" val="3081949556"/>
              </p:ext>
            </p:extLst>
          </p:nvPr>
        </p:nvGraphicFramePr>
        <p:xfrm>
          <a:off x="1096963" y="2098515"/>
          <a:ext cx="10058400" cy="3786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296246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E1530B0-6F96-46C0-8B3E-3215CB756B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54910CF-1B56-45D3-960A-E89F7B3B91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E8E8A390-4183-4679-8675-06805CC3C62A}"/>
              </a:ext>
            </a:extLst>
          </p:cNvPr>
          <p:cNvSpPr>
            <a:spLocks noGrp="1"/>
          </p:cNvSpPr>
          <p:nvPr>
            <p:ph type="title"/>
          </p:nvPr>
        </p:nvSpPr>
        <p:spPr>
          <a:xfrm>
            <a:off x="492370" y="516835"/>
            <a:ext cx="3084844" cy="5772840"/>
          </a:xfrm>
        </p:spPr>
        <p:txBody>
          <a:bodyPr anchor="ctr">
            <a:normAutofit/>
          </a:bodyPr>
          <a:lstStyle/>
          <a:p>
            <a:r>
              <a:rPr lang="en-US" sz="3600">
                <a:solidFill>
                  <a:schemeClr val="bg1"/>
                </a:solidFill>
              </a:rPr>
              <a:t>Teaching Techniques</a:t>
            </a:r>
          </a:p>
        </p:txBody>
      </p:sp>
      <p:graphicFrame>
        <p:nvGraphicFramePr>
          <p:cNvPr id="5" name="Content Placeholder 2">
            <a:extLst>
              <a:ext uri="{FF2B5EF4-FFF2-40B4-BE49-F238E27FC236}">
                <a16:creationId xmlns:a16="http://schemas.microsoft.com/office/drawing/2014/main" id="{A0048880-4D11-458E-BC76-BA1071FE803B}"/>
              </a:ext>
            </a:extLst>
          </p:cNvPr>
          <p:cNvGraphicFramePr>
            <a:graphicFrameLocks noGrp="1"/>
          </p:cNvGraphicFramePr>
          <p:nvPr>
            <p:ph idx="1"/>
            <p:extLst>
              <p:ext uri="{D42A27DB-BD31-4B8C-83A1-F6EECF244321}">
                <p14:modId xmlns:p14="http://schemas.microsoft.com/office/powerpoint/2010/main" val="2576216312"/>
              </p:ext>
            </p:extLst>
          </p:nvPr>
        </p:nvGraphicFramePr>
        <p:xfrm>
          <a:off x="4741863" y="639763"/>
          <a:ext cx="6797675" cy="5649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576626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6000"/>
                <a:shade val="99000"/>
                <a:satMod val="140000"/>
              </a:schemeClr>
            </a:gs>
            <a:gs pos="65000">
              <a:schemeClr val="bg1">
                <a:tint val="100000"/>
                <a:shade val="80000"/>
                <a:satMod val="130000"/>
              </a:schemeClr>
            </a:gs>
            <a:gs pos="100000">
              <a:schemeClr val="bg1">
                <a:tint val="100000"/>
                <a:shade val="48000"/>
                <a:satMod val="120000"/>
              </a:schemeClr>
            </a:gs>
          </a:gsLst>
          <a:lin ang="162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1EC89-EB6F-4F52-B3B5-FF063BBAD625}"/>
              </a:ext>
            </a:extLst>
          </p:cNvPr>
          <p:cNvSpPr>
            <a:spLocks noGrp="1"/>
          </p:cNvSpPr>
          <p:nvPr>
            <p:ph type="title"/>
          </p:nvPr>
        </p:nvSpPr>
        <p:spPr>
          <a:xfrm>
            <a:off x="1097280" y="286603"/>
            <a:ext cx="10058400" cy="1450757"/>
          </a:xfrm>
        </p:spPr>
        <p:txBody>
          <a:bodyPr>
            <a:normAutofit/>
          </a:bodyPr>
          <a:lstStyle/>
          <a:p>
            <a:r>
              <a:rPr lang="en-US" dirty="0"/>
              <a:t>How this impacts schools</a:t>
            </a:r>
          </a:p>
        </p:txBody>
      </p:sp>
      <p:graphicFrame>
        <p:nvGraphicFramePr>
          <p:cNvPr id="5" name="Content Placeholder 2">
            <a:extLst>
              <a:ext uri="{FF2B5EF4-FFF2-40B4-BE49-F238E27FC236}">
                <a16:creationId xmlns:a16="http://schemas.microsoft.com/office/drawing/2014/main" id="{306749A7-B00A-458C-BCB9-5F6147E7B7E1}"/>
              </a:ext>
            </a:extLst>
          </p:cNvPr>
          <p:cNvGraphicFramePr>
            <a:graphicFrameLocks noGrp="1"/>
          </p:cNvGraphicFramePr>
          <p:nvPr>
            <p:ph idx="1"/>
            <p:extLst>
              <p:ext uri="{D42A27DB-BD31-4B8C-83A1-F6EECF244321}">
                <p14:modId xmlns:p14="http://schemas.microsoft.com/office/powerpoint/2010/main" val="840254999"/>
              </p:ext>
            </p:extLst>
          </p:nvPr>
        </p:nvGraphicFramePr>
        <p:xfrm>
          <a:off x="1096963" y="2098515"/>
          <a:ext cx="10058400" cy="3786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40118957"/>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53" name="Rectangle 6152">
            <a:extLst>
              <a:ext uri="{FF2B5EF4-FFF2-40B4-BE49-F238E27FC236}">
                <a16:creationId xmlns:a16="http://schemas.microsoft.com/office/drawing/2014/main" id="{0AB6E427-3F73-4C06-A5D5-AE52C3883B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6155" name="Rectangle 6154">
            <a:extLst>
              <a:ext uri="{FF2B5EF4-FFF2-40B4-BE49-F238E27FC236}">
                <a16:creationId xmlns:a16="http://schemas.microsoft.com/office/drawing/2014/main" id="{D8C9BDAA-0390-4B39-9B5C-BC95E5120D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9919" cy="6858000"/>
          </a:xfrm>
          <a:prstGeom prst="rect">
            <a:avLst/>
          </a:prstGeom>
          <a:solidFill>
            <a:srgbClr val="434D33"/>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BD88AD0D-2746-B04C-AA51-49E269283415}"/>
              </a:ext>
            </a:extLst>
          </p:cNvPr>
          <p:cNvSpPr>
            <a:spLocks noGrp="1"/>
          </p:cNvSpPr>
          <p:nvPr>
            <p:ph type="title"/>
          </p:nvPr>
        </p:nvSpPr>
        <p:spPr>
          <a:xfrm>
            <a:off x="492370" y="516836"/>
            <a:ext cx="3084844" cy="1961086"/>
          </a:xfrm>
        </p:spPr>
        <p:txBody>
          <a:bodyPr>
            <a:normAutofit/>
          </a:bodyPr>
          <a:lstStyle/>
          <a:p>
            <a:r>
              <a:rPr lang="en-US" sz="4000" dirty="0">
                <a:solidFill>
                  <a:srgbClr val="FFFFFF"/>
                </a:solidFill>
              </a:rPr>
              <a:t>At school</a:t>
            </a:r>
          </a:p>
        </p:txBody>
      </p:sp>
      <p:cxnSp>
        <p:nvCxnSpPr>
          <p:cNvPr id="6161" name="Straight Connector 6160">
            <a:extLst>
              <a:ext uri="{FF2B5EF4-FFF2-40B4-BE49-F238E27FC236}">
                <a16:creationId xmlns:a16="http://schemas.microsoft.com/office/drawing/2014/main" id="{E04A321A-A039-4720-87B4-66A4210E0D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1752" y="2638787"/>
            <a:ext cx="27432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FBFEF5F-73BB-D745-AF06-04FC0C6583E7}"/>
              </a:ext>
            </a:extLst>
          </p:cNvPr>
          <p:cNvSpPr>
            <a:spLocks noGrp="1"/>
          </p:cNvSpPr>
          <p:nvPr>
            <p:ph idx="1"/>
          </p:nvPr>
        </p:nvSpPr>
        <p:spPr>
          <a:xfrm>
            <a:off x="207818" y="2799654"/>
            <a:ext cx="3713018" cy="3753543"/>
          </a:xfrm>
        </p:spPr>
        <p:txBody>
          <a:bodyPr>
            <a:normAutofit/>
          </a:bodyPr>
          <a:lstStyle/>
          <a:p>
            <a:pPr lvl="0">
              <a:lnSpc>
                <a:spcPct val="90000"/>
              </a:lnSpc>
            </a:pPr>
            <a:r>
              <a:rPr lang="en-US" sz="1200" dirty="0">
                <a:solidFill>
                  <a:srgbClr val="FFFFFF"/>
                </a:solidFill>
              </a:rPr>
              <a:t>Nurture the strengths and interests</a:t>
            </a:r>
          </a:p>
          <a:p>
            <a:pPr lvl="0">
              <a:lnSpc>
                <a:spcPct val="90000"/>
              </a:lnSpc>
            </a:pPr>
            <a:r>
              <a:rPr lang="en-US" sz="1200" dirty="0">
                <a:solidFill>
                  <a:srgbClr val="FFFFFF"/>
                </a:solidFill>
              </a:rPr>
              <a:t>Foster social and emotional learning (SEL)</a:t>
            </a:r>
          </a:p>
          <a:p>
            <a:pPr lvl="0">
              <a:lnSpc>
                <a:spcPct val="90000"/>
              </a:lnSpc>
            </a:pPr>
            <a:r>
              <a:rPr lang="en-US" sz="1200" dirty="0">
                <a:solidFill>
                  <a:srgbClr val="FFFFFF"/>
                </a:solidFill>
              </a:rPr>
              <a:t>Identify weaknesses early and develop strategies</a:t>
            </a:r>
          </a:p>
          <a:p>
            <a:pPr lvl="0">
              <a:lnSpc>
                <a:spcPct val="90000"/>
              </a:lnSpc>
            </a:pPr>
            <a:r>
              <a:rPr lang="en-US" sz="1200" dirty="0">
                <a:solidFill>
                  <a:srgbClr val="FFFFFF"/>
                </a:solidFill>
              </a:rPr>
              <a:t>Strengths-based instruction – be creative!</a:t>
            </a:r>
          </a:p>
          <a:p>
            <a:pPr lvl="1">
              <a:lnSpc>
                <a:spcPct val="90000"/>
              </a:lnSpc>
            </a:pPr>
            <a:r>
              <a:rPr lang="en-US" sz="1200" dirty="0">
                <a:solidFill>
                  <a:srgbClr val="FFFFFF"/>
                </a:solidFill>
              </a:rPr>
              <a:t>Example: a math tutor that will use the child’s interest in </a:t>
            </a:r>
            <a:r>
              <a:rPr lang="en-US" sz="1200" dirty="0" err="1">
                <a:solidFill>
                  <a:srgbClr val="FFFFFF"/>
                </a:solidFill>
              </a:rPr>
              <a:t>Pokemon</a:t>
            </a:r>
            <a:r>
              <a:rPr lang="en-US" sz="1200" dirty="0">
                <a:solidFill>
                  <a:srgbClr val="FFFFFF"/>
                </a:solidFill>
              </a:rPr>
              <a:t> </a:t>
            </a:r>
          </a:p>
          <a:p>
            <a:pPr lvl="0">
              <a:lnSpc>
                <a:spcPct val="90000"/>
              </a:lnSpc>
            </a:pPr>
            <a:r>
              <a:rPr lang="en-US" sz="1200" dirty="0">
                <a:solidFill>
                  <a:srgbClr val="FFFFFF"/>
                </a:solidFill>
              </a:rPr>
              <a:t>The use of technology (i.e., scribes in class or dictation software)</a:t>
            </a:r>
          </a:p>
          <a:p>
            <a:pPr lvl="0">
              <a:lnSpc>
                <a:spcPct val="90000"/>
              </a:lnSpc>
            </a:pPr>
            <a:r>
              <a:rPr lang="en-US" sz="1200" dirty="0">
                <a:solidFill>
                  <a:srgbClr val="FFFFFF"/>
                </a:solidFill>
              </a:rPr>
              <a:t>504 Plans</a:t>
            </a:r>
          </a:p>
          <a:p>
            <a:pPr lvl="0">
              <a:lnSpc>
                <a:spcPct val="90000"/>
              </a:lnSpc>
            </a:pPr>
            <a:r>
              <a:rPr lang="en-US" sz="1200" dirty="0">
                <a:solidFill>
                  <a:srgbClr val="FFFFFF"/>
                </a:solidFill>
              </a:rPr>
              <a:t>Gifted/Individualized Education Plans (G/IEPs)</a:t>
            </a:r>
          </a:p>
          <a:p>
            <a:pPr lvl="0">
              <a:lnSpc>
                <a:spcPct val="90000"/>
              </a:lnSpc>
            </a:pPr>
            <a:r>
              <a:rPr lang="en-US" sz="1200" dirty="0">
                <a:solidFill>
                  <a:srgbClr val="FFFFFF"/>
                </a:solidFill>
              </a:rPr>
              <a:t>When is it time for a new school?</a:t>
            </a:r>
          </a:p>
          <a:p>
            <a:pPr>
              <a:lnSpc>
                <a:spcPct val="90000"/>
              </a:lnSpc>
            </a:pPr>
            <a:endParaRPr lang="en-US" sz="900" dirty="0">
              <a:solidFill>
                <a:srgbClr val="FFFFFF"/>
              </a:solidFill>
            </a:endParaRPr>
          </a:p>
        </p:txBody>
      </p:sp>
      <p:pic>
        <p:nvPicPr>
          <p:cNvPr id="6148" name="Picture 4" descr="Schools are the 'hubs and hearts' of neighborhoods – here's how they can  strengthen the communities around them">
            <a:extLst>
              <a:ext uri="{FF2B5EF4-FFF2-40B4-BE49-F238E27FC236}">
                <a16:creationId xmlns:a16="http://schemas.microsoft.com/office/drawing/2014/main" id="{D96094C0-FA40-1C5A-A871-154D4746D6D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598" r="2050" b="2"/>
          <a:stretch/>
        </p:blipFill>
        <p:spPr bwMode="auto">
          <a:xfrm>
            <a:off x="4742017" y="1018303"/>
            <a:ext cx="6798082" cy="48213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02931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0E58038-8ACE-4AD9-B404-25C603550D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4046DF-CE7A-4BA4-A046-DD5845D7986C}"/>
              </a:ext>
            </a:extLst>
          </p:cNvPr>
          <p:cNvSpPr>
            <a:spLocks noGrp="1"/>
          </p:cNvSpPr>
          <p:nvPr>
            <p:ph type="title"/>
          </p:nvPr>
        </p:nvSpPr>
        <p:spPr>
          <a:xfrm>
            <a:off x="1097280" y="286603"/>
            <a:ext cx="10058400" cy="1450757"/>
          </a:xfrm>
        </p:spPr>
        <p:txBody>
          <a:bodyPr>
            <a:normAutofit/>
          </a:bodyPr>
          <a:lstStyle/>
          <a:p>
            <a:r>
              <a:rPr lang="en-US"/>
              <a:t>How to Reach Gifted Students</a:t>
            </a:r>
          </a:p>
        </p:txBody>
      </p:sp>
      <p:cxnSp>
        <p:nvCxnSpPr>
          <p:cNvPr id="12" name="Straight Connector 11">
            <a:extLst>
              <a:ext uri="{FF2B5EF4-FFF2-40B4-BE49-F238E27FC236}">
                <a16:creationId xmlns:a16="http://schemas.microsoft.com/office/drawing/2014/main" id="{38A34772-9011-42B5-AA63-FD6DEC92EE7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910746"/>
            <a:ext cx="996696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82BCDE19-2810-4337-9C49-8589C42176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rgbClr val="26262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107E9194-F12E-4D28-A690-88D425937926}"/>
              </a:ext>
            </a:extLst>
          </p:cNvPr>
          <p:cNvGraphicFramePr>
            <a:graphicFrameLocks noGrp="1"/>
          </p:cNvGraphicFramePr>
          <p:nvPr>
            <p:ph idx="1"/>
            <p:extLst>
              <p:ext uri="{D42A27DB-BD31-4B8C-83A1-F6EECF244321}">
                <p14:modId xmlns:p14="http://schemas.microsoft.com/office/powerpoint/2010/main" val="3566523554"/>
              </p:ext>
            </p:extLst>
          </p:nvPr>
        </p:nvGraphicFramePr>
        <p:xfrm>
          <a:off x="1097280" y="2108201"/>
          <a:ext cx="10058400" cy="37608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29535466"/>
      </p:ext>
    </p:extLst>
  </p:cSld>
  <p:clrMapOvr>
    <a:overrideClrMapping bg1="dk1" tx1="lt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1215A-8B14-D383-E170-48C77E0168D7}"/>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538EE930-855D-6F92-5205-6B220C2C70E2}"/>
              </a:ext>
            </a:extLst>
          </p:cNvPr>
          <p:cNvSpPr>
            <a:spLocks noGrp="1"/>
          </p:cNvSpPr>
          <p:nvPr>
            <p:ph idx="1"/>
          </p:nvPr>
        </p:nvSpPr>
        <p:spPr/>
        <p:txBody>
          <a:bodyPr/>
          <a:lstStyle/>
          <a:p>
            <a:pPr marL="0" indent="0">
              <a:buNone/>
            </a:pPr>
            <a:r>
              <a:rPr lang="en-US" dirty="0"/>
              <a:t> </a:t>
            </a:r>
          </a:p>
        </p:txBody>
      </p:sp>
      <p:pic>
        <p:nvPicPr>
          <p:cNvPr id="12290" name="Picture 2" descr="Yerkes-Dodson Law: How It Correlates to Stress, Anxiety, Performance">
            <a:extLst>
              <a:ext uri="{FF2B5EF4-FFF2-40B4-BE49-F238E27FC236}">
                <a16:creationId xmlns:a16="http://schemas.microsoft.com/office/drawing/2014/main" id="{5CBA1568-2DF4-0EB5-18D9-15169DBF04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9563" y="0"/>
            <a:ext cx="903128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82223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2C69E338-D1A2-7225-C05F-66B79B7D790D}"/>
              </a:ext>
            </a:extLst>
          </p:cNvPr>
          <p:cNvPicPr>
            <a:picLocks noChangeAspect="1"/>
          </p:cNvPicPr>
          <p:nvPr/>
        </p:nvPicPr>
        <p:blipFill rotWithShape="1">
          <a:blip r:embed="rId2"/>
          <a:src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A6F84167-ED2A-4F4F-9473-A20211D10DD8}"/>
              </a:ext>
            </a:extLst>
          </p:cNvPr>
          <p:cNvSpPr>
            <a:spLocks noGrp="1"/>
          </p:cNvSpPr>
          <p:nvPr>
            <p:ph type="title"/>
          </p:nvPr>
        </p:nvSpPr>
        <p:spPr>
          <a:xfrm>
            <a:off x="838200" y="365125"/>
            <a:ext cx="10515600" cy="1325563"/>
          </a:xfrm>
        </p:spPr>
        <p:txBody>
          <a:bodyPr>
            <a:normAutofit/>
          </a:bodyPr>
          <a:lstStyle/>
          <a:p>
            <a:r>
              <a:rPr lang="en-US" dirty="0"/>
              <a:t>Therapeutic Supports </a:t>
            </a:r>
          </a:p>
        </p:txBody>
      </p:sp>
      <p:graphicFrame>
        <p:nvGraphicFramePr>
          <p:cNvPr id="10" name="Content Placeholder 2">
            <a:extLst>
              <a:ext uri="{FF2B5EF4-FFF2-40B4-BE49-F238E27FC236}">
                <a16:creationId xmlns:a16="http://schemas.microsoft.com/office/drawing/2014/main" id="{07D001D4-9CBC-9E2E-1665-04BA4FFAC66F}"/>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281206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8" name="Rectangle 2057">
            <a:extLst>
              <a:ext uri="{FF2B5EF4-FFF2-40B4-BE49-F238E27FC236}">
                <a16:creationId xmlns:a16="http://schemas.microsoft.com/office/drawing/2014/main" id="{A8E9C91B-7EAD-4562-AB0E-DFB9663AEC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060" name="Rectangle 2059">
            <a:extLst>
              <a:ext uri="{FF2B5EF4-FFF2-40B4-BE49-F238E27FC236}">
                <a16:creationId xmlns:a16="http://schemas.microsoft.com/office/drawing/2014/main" id="{BCD2D517-BC35-4439-AC31-06DF764F25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62" name="Rectangle 2061">
            <a:extLst>
              <a:ext uri="{FF2B5EF4-FFF2-40B4-BE49-F238E27FC236}">
                <a16:creationId xmlns:a16="http://schemas.microsoft.com/office/drawing/2014/main" id="{2DD3F846-0483-40F5-A881-0C1AD2A0C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3" name="Picture 2" descr="Image result for she regretted teaching the gifted cartoon">
            <a:extLst>
              <a:ext uri="{FF2B5EF4-FFF2-40B4-BE49-F238E27FC236}">
                <a16:creationId xmlns:a16="http://schemas.microsoft.com/office/drawing/2014/main" id="{DFE0D406-3F00-4E95-B480-14314074F5D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3914273" y="801793"/>
            <a:ext cx="4363453" cy="52730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17713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83" name="Rectangle 3082">
            <a:extLst>
              <a:ext uri="{FF2B5EF4-FFF2-40B4-BE49-F238E27FC236}">
                <a16:creationId xmlns:a16="http://schemas.microsoft.com/office/drawing/2014/main" id="{0AB6E427-3F73-4C06-A5D5-AE52C3883B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3085" name="Rectangle 3084">
            <a:extLst>
              <a:ext uri="{FF2B5EF4-FFF2-40B4-BE49-F238E27FC236}">
                <a16:creationId xmlns:a16="http://schemas.microsoft.com/office/drawing/2014/main" id="{D8C9BDAA-0390-4B39-9B5C-BC95E5120D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9919" cy="6858000"/>
          </a:xfrm>
          <a:prstGeom prst="rect">
            <a:avLst/>
          </a:prstGeom>
          <a:solidFill>
            <a:srgbClr val="71A7AF"/>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E280B993-9FEF-C6CE-C874-154ECEEC29AF}"/>
              </a:ext>
            </a:extLst>
          </p:cNvPr>
          <p:cNvSpPr>
            <a:spLocks noGrp="1"/>
          </p:cNvSpPr>
          <p:nvPr>
            <p:ph type="title"/>
          </p:nvPr>
        </p:nvSpPr>
        <p:spPr>
          <a:xfrm>
            <a:off x="492370" y="516836"/>
            <a:ext cx="3084844" cy="1961086"/>
          </a:xfrm>
        </p:spPr>
        <p:txBody>
          <a:bodyPr>
            <a:normAutofit/>
          </a:bodyPr>
          <a:lstStyle/>
          <a:p>
            <a:r>
              <a:rPr lang="en-US" sz="4000">
                <a:solidFill>
                  <a:srgbClr val="FFFFFF"/>
                </a:solidFill>
              </a:rPr>
              <a:t>IEP Team</a:t>
            </a:r>
          </a:p>
        </p:txBody>
      </p:sp>
      <p:cxnSp>
        <p:nvCxnSpPr>
          <p:cNvPr id="3087" name="Straight Connector 3086">
            <a:extLst>
              <a:ext uri="{FF2B5EF4-FFF2-40B4-BE49-F238E27FC236}">
                <a16:creationId xmlns:a16="http://schemas.microsoft.com/office/drawing/2014/main" id="{E04A321A-A039-4720-87B4-66A4210E0D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1752" y="2638787"/>
            <a:ext cx="27432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FEE597B9-BA13-DCBE-A6C2-1608CC1640E4}"/>
              </a:ext>
            </a:extLst>
          </p:cNvPr>
          <p:cNvSpPr>
            <a:spLocks noGrp="1"/>
          </p:cNvSpPr>
          <p:nvPr>
            <p:ph idx="1"/>
          </p:nvPr>
        </p:nvSpPr>
        <p:spPr>
          <a:xfrm>
            <a:off x="571752" y="2799654"/>
            <a:ext cx="3005462" cy="3189665"/>
          </a:xfrm>
        </p:spPr>
        <p:txBody>
          <a:bodyPr>
            <a:normAutofit/>
          </a:bodyPr>
          <a:lstStyle/>
          <a:p>
            <a:r>
              <a:rPr lang="en-US">
                <a:solidFill>
                  <a:srgbClr val="FFFFFF"/>
                </a:solidFill>
              </a:rPr>
              <a:t> </a:t>
            </a:r>
          </a:p>
        </p:txBody>
      </p:sp>
      <p:pic>
        <p:nvPicPr>
          <p:cNvPr id="3078" name="Picture 6" descr="Who Attends an IEP Meeting?">
            <a:extLst>
              <a:ext uri="{FF2B5EF4-FFF2-40B4-BE49-F238E27FC236}">
                <a16:creationId xmlns:a16="http://schemas.microsoft.com/office/drawing/2014/main" id="{2C3A76FE-F64E-3D1F-0F0A-53145DF5C3C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793302" y="96334"/>
            <a:ext cx="6665331" cy="66653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57223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67B74F2B-9534-4540-96B0-5C8E958B9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DF7979-C701-4B82-BA36-9B64090B7744}"/>
              </a:ext>
            </a:extLst>
          </p:cNvPr>
          <p:cNvSpPr>
            <a:spLocks noGrp="1"/>
          </p:cNvSpPr>
          <p:nvPr>
            <p:ph type="title"/>
          </p:nvPr>
        </p:nvSpPr>
        <p:spPr>
          <a:xfrm>
            <a:off x="5172074" y="286603"/>
            <a:ext cx="5983605" cy="1450757"/>
          </a:xfrm>
        </p:spPr>
        <p:txBody>
          <a:bodyPr>
            <a:normAutofit/>
          </a:bodyPr>
          <a:lstStyle/>
          <a:p>
            <a:r>
              <a:rPr lang="en-US"/>
              <a:t>G-IEP</a:t>
            </a:r>
          </a:p>
        </p:txBody>
      </p:sp>
      <p:pic>
        <p:nvPicPr>
          <p:cNvPr id="14" name="Picture 13" descr="Complex maths formulae on a blackboard">
            <a:extLst>
              <a:ext uri="{FF2B5EF4-FFF2-40B4-BE49-F238E27FC236}">
                <a16:creationId xmlns:a16="http://schemas.microsoft.com/office/drawing/2014/main" id="{53F2FF62-1D51-68A5-E4EB-85CD8D40D0D0}"/>
              </a:ext>
            </a:extLst>
          </p:cNvPr>
          <p:cNvPicPr>
            <a:picLocks noChangeAspect="1"/>
          </p:cNvPicPr>
          <p:nvPr/>
        </p:nvPicPr>
        <p:blipFill rotWithShape="1">
          <a:blip r:embed="rId2"/>
          <a:srcRect l="30844" r="16919" b="-2"/>
          <a:stretch/>
        </p:blipFill>
        <p:spPr>
          <a:xfrm>
            <a:off x="20" y="10"/>
            <a:ext cx="4580077" cy="6400784"/>
          </a:xfrm>
          <a:prstGeom prst="rect">
            <a:avLst/>
          </a:prstGeom>
        </p:spPr>
      </p:pic>
      <p:cxnSp>
        <p:nvCxnSpPr>
          <p:cNvPr id="20" name="!!Straight Connector">
            <a:extLst>
              <a:ext uri="{FF2B5EF4-FFF2-40B4-BE49-F238E27FC236}">
                <a16:creationId xmlns:a16="http://schemas.microsoft.com/office/drawing/2014/main" id="{33BECB2B-2CFA-412C-880F-C4B6097493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42903" y="1917852"/>
            <a:ext cx="594360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4D15C1FA-596B-4446-840C-DA5441242B79}"/>
              </a:ext>
            </a:extLst>
          </p:cNvPr>
          <p:cNvSpPr>
            <a:spLocks noGrp="1"/>
          </p:cNvSpPr>
          <p:nvPr>
            <p:ph idx="1"/>
          </p:nvPr>
        </p:nvSpPr>
        <p:spPr>
          <a:xfrm>
            <a:off x="5172074" y="2108201"/>
            <a:ext cx="5983606" cy="3760891"/>
          </a:xfrm>
        </p:spPr>
        <p:txBody>
          <a:bodyPr>
            <a:normAutofit/>
          </a:bodyPr>
          <a:lstStyle/>
          <a:p>
            <a:pPr marL="0" indent="0">
              <a:buNone/>
            </a:pPr>
            <a:r>
              <a:rPr lang="en-US" dirty="0"/>
              <a:t>The Gifted IEP (Individualized Education Plan) can be thought of as a framework that generally guides the teachers rather than forcing the teacher to teach to a set of specific actions that was decided on months earlier.</a:t>
            </a:r>
          </a:p>
        </p:txBody>
      </p:sp>
      <p:sp>
        <p:nvSpPr>
          <p:cNvPr id="22" name="Rectangle 21">
            <a:extLst>
              <a:ext uri="{FF2B5EF4-FFF2-40B4-BE49-F238E27FC236}">
                <a16:creationId xmlns:a16="http://schemas.microsoft.com/office/drawing/2014/main" id="{C1B60310-C5C3-46A0-A452-2A0B008434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41438738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0E58038-8ACE-4AD9-B404-25C603550D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927079-4551-4D2C-AAE8-7EB28D4A21DA}"/>
              </a:ext>
            </a:extLst>
          </p:cNvPr>
          <p:cNvSpPr>
            <a:spLocks noGrp="1"/>
          </p:cNvSpPr>
          <p:nvPr>
            <p:ph type="title"/>
          </p:nvPr>
        </p:nvSpPr>
        <p:spPr>
          <a:xfrm>
            <a:off x="1097280" y="286603"/>
            <a:ext cx="10058400" cy="1450757"/>
          </a:xfrm>
        </p:spPr>
        <p:txBody>
          <a:bodyPr>
            <a:normAutofit/>
          </a:bodyPr>
          <a:lstStyle/>
          <a:p>
            <a:r>
              <a:rPr lang="en-US" dirty="0"/>
              <a:t>Why do I need an IEP/GIEP?</a:t>
            </a:r>
          </a:p>
        </p:txBody>
      </p:sp>
      <p:cxnSp>
        <p:nvCxnSpPr>
          <p:cNvPr id="12" name="Straight Connector 11">
            <a:extLst>
              <a:ext uri="{FF2B5EF4-FFF2-40B4-BE49-F238E27FC236}">
                <a16:creationId xmlns:a16="http://schemas.microsoft.com/office/drawing/2014/main" id="{38A34772-9011-42B5-AA63-FD6DEC92EE7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3532" y="1910746"/>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82BCDE19-2810-4337-9C49-8589C42176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B22A4D66-8F25-413C-BC85-9B6BD7967F8D}"/>
              </a:ext>
            </a:extLst>
          </p:cNvPr>
          <p:cNvGraphicFramePr>
            <a:graphicFrameLocks noGrp="1"/>
          </p:cNvGraphicFramePr>
          <p:nvPr>
            <p:ph idx="1"/>
            <p:extLst>
              <p:ext uri="{D42A27DB-BD31-4B8C-83A1-F6EECF244321}">
                <p14:modId xmlns:p14="http://schemas.microsoft.com/office/powerpoint/2010/main" val="3425378441"/>
              </p:ext>
            </p:extLst>
          </p:nvPr>
        </p:nvGraphicFramePr>
        <p:xfrm>
          <a:off x="1097280" y="2108201"/>
          <a:ext cx="10058400" cy="37608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150651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E1530B0-6F96-46C0-8B3E-3215CB756B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54910CF-1B56-45D3-960A-E89F7B3B91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A230CD2A-2D12-46EC-AD67-E962E71DB425}"/>
              </a:ext>
            </a:extLst>
          </p:cNvPr>
          <p:cNvSpPr>
            <a:spLocks noGrp="1"/>
          </p:cNvSpPr>
          <p:nvPr>
            <p:ph type="title"/>
          </p:nvPr>
        </p:nvSpPr>
        <p:spPr>
          <a:xfrm>
            <a:off x="492370" y="516835"/>
            <a:ext cx="3084844" cy="5772840"/>
          </a:xfrm>
        </p:spPr>
        <p:txBody>
          <a:bodyPr anchor="ctr">
            <a:normAutofit/>
          </a:bodyPr>
          <a:lstStyle/>
          <a:p>
            <a:r>
              <a:rPr lang="en-US" sz="3600">
                <a:solidFill>
                  <a:schemeClr val="bg1"/>
                </a:solidFill>
              </a:rPr>
              <a:t>How do I make this happen?</a:t>
            </a:r>
          </a:p>
        </p:txBody>
      </p:sp>
      <p:graphicFrame>
        <p:nvGraphicFramePr>
          <p:cNvPr id="5" name="Content Placeholder 2">
            <a:extLst>
              <a:ext uri="{FF2B5EF4-FFF2-40B4-BE49-F238E27FC236}">
                <a16:creationId xmlns:a16="http://schemas.microsoft.com/office/drawing/2014/main" id="{E313D926-7BBE-4511-B5C7-41B02FC4EAFA}"/>
              </a:ext>
            </a:extLst>
          </p:cNvPr>
          <p:cNvGraphicFramePr>
            <a:graphicFrameLocks noGrp="1"/>
          </p:cNvGraphicFramePr>
          <p:nvPr>
            <p:ph idx="1"/>
            <p:extLst>
              <p:ext uri="{D42A27DB-BD31-4B8C-83A1-F6EECF244321}">
                <p14:modId xmlns:p14="http://schemas.microsoft.com/office/powerpoint/2010/main" val="1520920967"/>
              </p:ext>
            </p:extLst>
          </p:nvPr>
        </p:nvGraphicFramePr>
        <p:xfrm>
          <a:off x="4741863" y="639763"/>
          <a:ext cx="6797675" cy="5649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556164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E1530B0-6F96-46C0-8B3E-3215CB756B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54910CF-1B56-45D3-960A-E89F7B3B91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324A3EFB-5D75-4F5F-BDFF-7DA1B8C94487}"/>
              </a:ext>
            </a:extLst>
          </p:cNvPr>
          <p:cNvSpPr>
            <a:spLocks noGrp="1"/>
          </p:cNvSpPr>
          <p:nvPr>
            <p:ph type="title"/>
          </p:nvPr>
        </p:nvSpPr>
        <p:spPr>
          <a:xfrm>
            <a:off x="492370" y="516835"/>
            <a:ext cx="3084844" cy="5772840"/>
          </a:xfrm>
        </p:spPr>
        <p:txBody>
          <a:bodyPr anchor="ctr">
            <a:normAutofit/>
          </a:bodyPr>
          <a:lstStyle/>
          <a:p>
            <a:r>
              <a:rPr lang="en-US" sz="3600">
                <a:solidFill>
                  <a:schemeClr val="bg1"/>
                </a:solidFill>
              </a:rPr>
              <a:t>Chapter 16</a:t>
            </a:r>
          </a:p>
        </p:txBody>
      </p:sp>
      <p:graphicFrame>
        <p:nvGraphicFramePr>
          <p:cNvPr id="5" name="Content Placeholder 2">
            <a:extLst>
              <a:ext uri="{FF2B5EF4-FFF2-40B4-BE49-F238E27FC236}">
                <a16:creationId xmlns:a16="http://schemas.microsoft.com/office/drawing/2014/main" id="{74B89214-0E7A-43D4-9AD7-4F6E23FC3EFB}"/>
              </a:ext>
            </a:extLst>
          </p:cNvPr>
          <p:cNvGraphicFramePr>
            <a:graphicFrameLocks noGrp="1"/>
          </p:cNvGraphicFramePr>
          <p:nvPr>
            <p:ph idx="1"/>
            <p:extLst>
              <p:ext uri="{D42A27DB-BD31-4B8C-83A1-F6EECF244321}">
                <p14:modId xmlns:p14="http://schemas.microsoft.com/office/powerpoint/2010/main" val="1505806994"/>
              </p:ext>
            </p:extLst>
          </p:nvPr>
        </p:nvGraphicFramePr>
        <p:xfrm>
          <a:off x="4741863" y="639763"/>
          <a:ext cx="6797675" cy="5649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222335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770E8-E5DF-4830-B90E-9E0102DDCC33}"/>
              </a:ext>
            </a:extLst>
          </p:cNvPr>
          <p:cNvSpPr>
            <a:spLocks noGrp="1"/>
          </p:cNvSpPr>
          <p:nvPr>
            <p:ph type="title"/>
          </p:nvPr>
        </p:nvSpPr>
        <p:spPr>
          <a:xfrm>
            <a:off x="838200" y="811161"/>
            <a:ext cx="3335594" cy="5403370"/>
          </a:xfrm>
        </p:spPr>
        <p:txBody>
          <a:bodyPr>
            <a:normAutofit/>
          </a:bodyPr>
          <a:lstStyle/>
          <a:p>
            <a:r>
              <a:rPr lang="en-US">
                <a:solidFill>
                  <a:srgbClr val="FFFFFF"/>
                </a:solidFill>
              </a:rPr>
              <a:t>Gifted in the Regular Classroom</a:t>
            </a:r>
          </a:p>
        </p:txBody>
      </p:sp>
      <p:graphicFrame>
        <p:nvGraphicFramePr>
          <p:cNvPr id="7" name="Content Placeholder 2">
            <a:extLst>
              <a:ext uri="{FF2B5EF4-FFF2-40B4-BE49-F238E27FC236}">
                <a16:creationId xmlns:a16="http://schemas.microsoft.com/office/drawing/2014/main" id="{B2E9BE98-FF4D-45B7-B840-F29820716A23}"/>
              </a:ext>
            </a:extLst>
          </p:cNvPr>
          <p:cNvGraphicFramePr>
            <a:graphicFrameLocks noGrp="1"/>
          </p:cNvGraphicFramePr>
          <p:nvPr>
            <p:ph idx="1"/>
            <p:extLst>
              <p:ext uri="{D42A27DB-BD31-4B8C-83A1-F6EECF244321}">
                <p14:modId xmlns:p14="http://schemas.microsoft.com/office/powerpoint/2010/main" val="210576563"/>
              </p:ext>
            </p:extLst>
          </p:nvPr>
        </p:nvGraphicFramePr>
        <p:xfrm>
          <a:off x="492369" y="211016"/>
          <a:ext cx="11056694" cy="60040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193776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0ECC4-5408-44B6-B8FE-4683552E561D}"/>
              </a:ext>
            </a:extLst>
          </p:cNvPr>
          <p:cNvSpPr>
            <a:spLocks noGrp="1"/>
          </p:cNvSpPr>
          <p:nvPr>
            <p:ph type="title"/>
          </p:nvPr>
        </p:nvSpPr>
        <p:spPr/>
        <p:txBody>
          <a:bodyPr/>
          <a:lstStyle/>
          <a:p>
            <a:r>
              <a:rPr lang="en-US" dirty="0"/>
              <a:t>Four Main G-IEP Sections</a:t>
            </a:r>
          </a:p>
        </p:txBody>
      </p:sp>
      <p:sp>
        <p:nvSpPr>
          <p:cNvPr id="3" name="Content Placeholder 2">
            <a:extLst>
              <a:ext uri="{FF2B5EF4-FFF2-40B4-BE49-F238E27FC236}">
                <a16:creationId xmlns:a16="http://schemas.microsoft.com/office/drawing/2014/main" id="{654622B8-BB30-498D-95BE-69B4751ED8BB}"/>
              </a:ext>
            </a:extLst>
          </p:cNvPr>
          <p:cNvSpPr>
            <a:spLocks noGrp="1"/>
          </p:cNvSpPr>
          <p:nvPr>
            <p:ph idx="1"/>
          </p:nvPr>
        </p:nvSpPr>
        <p:spPr/>
        <p:txBody>
          <a:bodyPr/>
          <a:lstStyle/>
          <a:p>
            <a:r>
              <a:rPr lang="en-US" dirty="0"/>
              <a:t>Present Levels of Educational Performance</a:t>
            </a:r>
          </a:p>
          <a:p>
            <a:pPr lvl="1"/>
            <a:r>
              <a:rPr lang="en-US" dirty="0"/>
              <a:t>Where are they now?</a:t>
            </a:r>
          </a:p>
          <a:p>
            <a:r>
              <a:rPr lang="en-US" dirty="0"/>
              <a:t>Goals</a:t>
            </a:r>
          </a:p>
          <a:p>
            <a:pPr lvl="1"/>
            <a:r>
              <a:rPr lang="en-US" dirty="0"/>
              <a:t>Where do we want them to be?</a:t>
            </a:r>
          </a:p>
          <a:p>
            <a:r>
              <a:rPr lang="en-US" dirty="0"/>
              <a:t>Short Term Learning Outcomes</a:t>
            </a:r>
          </a:p>
          <a:p>
            <a:pPr lvl="1"/>
            <a:r>
              <a:rPr lang="en-US" dirty="0"/>
              <a:t>How do we know that it is working?</a:t>
            </a:r>
          </a:p>
          <a:p>
            <a:r>
              <a:rPr lang="en-US" dirty="0"/>
              <a:t>Specially Designed Instruction</a:t>
            </a:r>
          </a:p>
          <a:p>
            <a:pPr lvl="1"/>
            <a:r>
              <a:rPr lang="en-US" dirty="0"/>
              <a:t>How will we get there?</a:t>
            </a:r>
          </a:p>
          <a:p>
            <a:pPr marL="0" indent="0">
              <a:buNone/>
            </a:pPr>
            <a:endParaRPr lang="en-US" dirty="0"/>
          </a:p>
        </p:txBody>
      </p:sp>
    </p:spTree>
    <p:extLst>
      <p:ext uri="{BB962C8B-B14F-4D97-AF65-F5344CB8AC3E}">
        <p14:creationId xmlns:p14="http://schemas.microsoft.com/office/powerpoint/2010/main" val="3571731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 calcmode="lin" valueType="num">
                                      <p:cBhvr additive="base">
                                        <p:cTn id="2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EE1530B0-6F96-46C0-8B3E-3215CB756B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54910CF-1B56-45D3-960A-E89F7B3B91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C426F007-BE9B-4491-BFCE-79E4D07240D4}"/>
              </a:ext>
            </a:extLst>
          </p:cNvPr>
          <p:cNvSpPr>
            <a:spLocks noGrp="1"/>
          </p:cNvSpPr>
          <p:nvPr>
            <p:ph type="title"/>
          </p:nvPr>
        </p:nvSpPr>
        <p:spPr>
          <a:xfrm>
            <a:off x="492370" y="516835"/>
            <a:ext cx="3084844" cy="5772840"/>
          </a:xfrm>
        </p:spPr>
        <p:txBody>
          <a:bodyPr anchor="ctr">
            <a:normAutofit/>
          </a:bodyPr>
          <a:lstStyle/>
          <a:p>
            <a:r>
              <a:rPr lang="en-US" sz="3600">
                <a:solidFill>
                  <a:schemeClr val="bg1"/>
                </a:solidFill>
              </a:rPr>
              <a:t>What about 2e?</a:t>
            </a:r>
          </a:p>
        </p:txBody>
      </p:sp>
      <p:graphicFrame>
        <p:nvGraphicFramePr>
          <p:cNvPr id="6" name="Content Placeholder 2">
            <a:extLst>
              <a:ext uri="{FF2B5EF4-FFF2-40B4-BE49-F238E27FC236}">
                <a16:creationId xmlns:a16="http://schemas.microsoft.com/office/drawing/2014/main" id="{BA73B23E-116E-443A-B1E0-0B2EC1FBC578}"/>
              </a:ext>
            </a:extLst>
          </p:cNvPr>
          <p:cNvGraphicFramePr>
            <a:graphicFrameLocks noGrp="1"/>
          </p:cNvGraphicFramePr>
          <p:nvPr>
            <p:ph idx="1"/>
            <p:extLst>
              <p:ext uri="{D42A27DB-BD31-4B8C-83A1-F6EECF244321}">
                <p14:modId xmlns:p14="http://schemas.microsoft.com/office/powerpoint/2010/main" val="2623064340"/>
              </p:ext>
            </p:extLst>
          </p:nvPr>
        </p:nvGraphicFramePr>
        <p:xfrm>
          <a:off x="4741863" y="639763"/>
          <a:ext cx="6797675" cy="5649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133098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B482E-2A1D-B650-93F6-7C5FB7EFD2B5}"/>
              </a:ext>
            </a:extLst>
          </p:cNvPr>
          <p:cNvSpPr>
            <a:spLocks noGrp="1"/>
          </p:cNvSpPr>
          <p:nvPr>
            <p:ph type="title"/>
          </p:nvPr>
        </p:nvSpPr>
        <p:spPr>
          <a:xfrm>
            <a:off x="630936" y="640080"/>
            <a:ext cx="4818888" cy="1481328"/>
          </a:xfrm>
        </p:spPr>
        <p:txBody>
          <a:bodyPr anchor="b">
            <a:normAutofit/>
          </a:bodyPr>
          <a:lstStyle/>
          <a:p>
            <a:r>
              <a:rPr lang="en-US" sz="5400"/>
              <a:t>Types of 2E</a:t>
            </a:r>
          </a:p>
        </p:txBody>
      </p:sp>
      <p:sp>
        <p:nvSpPr>
          <p:cNvPr id="3" name="Content Placeholder 2">
            <a:extLst>
              <a:ext uri="{FF2B5EF4-FFF2-40B4-BE49-F238E27FC236}">
                <a16:creationId xmlns:a16="http://schemas.microsoft.com/office/drawing/2014/main" id="{15F4B770-FF50-FB62-8DF2-E300EF7C485B}"/>
              </a:ext>
            </a:extLst>
          </p:cNvPr>
          <p:cNvSpPr>
            <a:spLocks noGrp="1"/>
          </p:cNvSpPr>
          <p:nvPr>
            <p:ph idx="1"/>
          </p:nvPr>
        </p:nvSpPr>
        <p:spPr>
          <a:xfrm>
            <a:off x="630936" y="2660904"/>
            <a:ext cx="4818888" cy="3547872"/>
          </a:xfrm>
        </p:spPr>
        <p:txBody>
          <a:bodyPr anchor="t">
            <a:normAutofit/>
          </a:bodyPr>
          <a:lstStyle/>
          <a:p>
            <a:r>
              <a:rPr lang="en-US" sz="2200"/>
              <a:t>The child’s strengths (i.e., giftedness) overshadow their challenges</a:t>
            </a:r>
          </a:p>
          <a:p>
            <a:r>
              <a:rPr lang="en-US" sz="2200"/>
              <a:t>The child’s weaknesses (i.e., ADHD) overshadow their strengths </a:t>
            </a:r>
          </a:p>
          <a:p>
            <a:r>
              <a:rPr lang="en-US" sz="2200"/>
              <a:t>The child’s strengths and weaknesses balance each other out and makes the child look “average” in sum</a:t>
            </a:r>
          </a:p>
        </p:txBody>
      </p:sp>
      <p:pic>
        <p:nvPicPr>
          <p:cNvPr id="4" name="Picture 2">
            <a:extLst>
              <a:ext uri="{FF2B5EF4-FFF2-40B4-BE49-F238E27FC236}">
                <a16:creationId xmlns:a16="http://schemas.microsoft.com/office/drawing/2014/main" id="{4C774AEF-08E5-644F-D72F-98B9F5315D2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123280" y="640080"/>
            <a:ext cx="5410504" cy="55778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17475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6000"/>
                <a:shade val="99000"/>
                <a:satMod val="140000"/>
              </a:schemeClr>
            </a:gs>
            <a:gs pos="65000">
              <a:schemeClr val="bg1">
                <a:tint val="100000"/>
                <a:shade val="80000"/>
                <a:satMod val="130000"/>
              </a:schemeClr>
            </a:gs>
            <a:gs pos="100000">
              <a:schemeClr val="bg1">
                <a:tint val="100000"/>
                <a:shade val="48000"/>
                <a:satMod val="120000"/>
              </a:schemeClr>
            </a:gs>
          </a:gsLst>
          <a:lin ang="162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5131F-5610-4A72-AF5C-5A2CF7935405}"/>
              </a:ext>
            </a:extLst>
          </p:cNvPr>
          <p:cNvSpPr>
            <a:spLocks noGrp="1"/>
          </p:cNvSpPr>
          <p:nvPr>
            <p:ph type="title"/>
          </p:nvPr>
        </p:nvSpPr>
        <p:spPr>
          <a:xfrm>
            <a:off x="1097280" y="286603"/>
            <a:ext cx="10058400" cy="1450757"/>
          </a:xfrm>
        </p:spPr>
        <p:txBody>
          <a:bodyPr>
            <a:normAutofit/>
          </a:bodyPr>
          <a:lstStyle/>
          <a:p>
            <a:r>
              <a:rPr lang="en-US"/>
              <a:t>Things to be aware of</a:t>
            </a:r>
          </a:p>
        </p:txBody>
      </p:sp>
      <p:graphicFrame>
        <p:nvGraphicFramePr>
          <p:cNvPr id="5" name="Content Placeholder 2">
            <a:extLst>
              <a:ext uri="{FF2B5EF4-FFF2-40B4-BE49-F238E27FC236}">
                <a16:creationId xmlns:a16="http://schemas.microsoft.com/office/drawing/2014/main" id="{B2F9BFC1-C726-4E40-AA7C-415ABC8DD487}"/>
              </a:ext>
            </a:extLst>
          </p:cNvPr>
          <p:cNvGraphicFramePr>
            <a:graphicFrameLocks noGrp="1"/>
          </p:cNvGraphicFramePr>
          <p:nvPr>
            <p:ph idx="1"/>
            <p:extLst>
              <p:ext uri="{D42A27DB-BD31-4B8C-83A1-F6EECF244321}">
                <p14:modId xmlns:p14="http://schemas.microsoft.com/office/powerpoint/2010/main" val="3264686791"/>
              </p:ext>
            </p:extLst>
          </p:nvPr>
        </p:nvGraphicFramePr>
        <p:xfrm>
          <a:off x="1096963" y="2098515"/>
          <a:ext cx="10058400" cy="3786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03340723"/>
      </p:ext>
    </p:extLst>
  </p:cSld>
  <p:clrMapOvr>
    <a:overrideClrMapping bg1="dk1" tx1="lt1" bg2="dk2" tx2="lt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E1530B0-6F96-46C0-8B3E-3215CB756B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54910CF-1B56-45D3-960A-E89F7B3B91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342D5515-8D20-4F27-88AD-985F0132A250}"/>
              </a:ext>
            </a:extLst>
          </p:cNvPr>
          <p:cNvSpPr>
            <a:spLocks noGrp="1"/>
          </p:cNvSpPr>
          <p:nvPr>
            <p:ph type="title"/>
          </p:nvPr>
        </p:nvSpPr>
        <p:spPr>
          <a:xfrm>
            <a:off x="492370" y="516835"/>
            <a:ext cx="3084844" cy="5772840"/>
          </a:xfrm>
        </p:spPr>
        <p:txBody>
          <a:bodyPr anchor="ctr">
            <a:normAutofit/>
          </a:bodyPr>
          <a:lstStyle/>
          <a:p>
            <a:r>
              <a:rPr lang="en-US" sz="3600">
                <a:solidFill>
                  <a:schemeClr val="bg1"/>
                </a:solidFill>
              </a:rPr>
              <a:t>If you disagree</a:t>
            </a:r>
          </a:p>
        </p:txBody>
      </p:sp>
      <p:graphicFrame>
        <p:nvGraphicFramePr>
          <p:cNvPr id="5" name="Content Placeholder 2">
            <a:extLst>
              <a:ext uri="{FF2B5EF4-FFF2-40B4-BE49-F238E27FC236}">
                <a16:creationId xmlns:a16="http://schemas.microsoft.com/office/drawing/2014/main" id="{BD36F4B7-5CBD-488C-A968-EB9618D6D4C3}"/>
              </a:ext>
            </a:extLst>
          </p:cNvPr>
          <p:cNvGraphicFramePr>
            <a:graphicFrameLocks noGrp="1"/>
          </p:cNvGraphicFramePr>
          <p:nvPr>
            <p:ph idx="1"/>
            <p:extLst>
              <p:ext uri="{D42A27DB-BD31-4B8C-83A1-F6EECF244321}">
                <p14:modId xmlns:p14="http://schemas.microsoft.com/office/powerpoint/2010/main" val="749645473"/>
              </p:ext>
            </p:extLst>
          </p:nvPr>
        </p:nvGraphicFramePr>
        <p:xfrm>
          <a:off x="4741863" y="639763"/>
          <a:ext cx="6797675" cy="5649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335285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199EB-8007-E498-DD95-062F2A8A2BBB}"/>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A7FD2B2A-7EA1-F711-583D-16FDB07904C2}"/>
              </a:ext>
            </a:extLst>
          </p:cNvPr>
          <p:cNvSpPr>
            <a:spLocks noGrp="1"/>
          </p:cNvSpPr>
          <p:nvPr>
            <p:ph idx="1"/>
          </p:nvPr>
        </p:nvSpPr>
        <p:spPr/>
        <p:txBody>
          <a:bodyPr/>
          <a:lstStyle/>
          <a:p>
            <a:pPr marL="0" indent="0">
              <a:buNone/>
            </a:pPr>
            <a:r>
              <a:rPr lang="en-US" dirty="0"/>
              <a:t> </a:t>
            </a:r>
          </a:p>
        </p:txBody>
      </p:sp>
      <p:pic>
        <p:nvPicPr>
          <p:cNvPr id="1026" name="Picture 2" descr="What's the Difference Between an IEP and a 504 Plan?">
            <a:extLst>
              <a:ext uri="{FF2B5EF4-FFF2-40B4-BE49-F238E27FC236}">
                <a16:creationId xmlns:a16="http://schemas.microsoft.com/office/drawing/2014/main" id="{64CC8DF3-3E02-66F5-74F9-A04E34D0F1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0"/>
            <a:ext cx="9144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39800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3A2A0-CB2B-E73E-9228-A5F48A064F97}"/>
              </a:ext>
            </a:extLst>
          </p:cNvPr>
          <p:cNvSpPr>
            <a:spLocks noGrp="1"/>
          </p:cNvSpPr>
          <p:nvPr>
            <p:ph type="title"/>
          </p:nvPr>
        </p:nvSpPr>
        <p:spPr/>
        <p:txBody>
          <a:bodyPr/>
          <a:lstStyle/>
          <a:p>
            <a:r>
              <a:rPr lang="en-US" dirty="0"/>
              <a:t>504 Plan</a:t>
            </a:r>
          </a:p>
        </p:txBody>
      </p:sp>
      <p:sp>
        <p:nvSpPr>
          <p:cNvPr id="3" name="Content Placeholder 2">
            <a:extLst>
              <a:ext uri="{FF2B5EF4-FFF2-40B4-BE49-F238E27FC236}">
                <a16:creationId xmlns:a16="http://schemas.microsoft.com/office/drawing/2014/main" id="{20FB6DE0-94FC-4AEA-85CA-72E051D268DA}"/>
              </a:ext>
            </a:extLst>
          </p:cNvPr>
          <p:cNvSpPr>
            <a:spLocks noGrp="1"/>
          </p:cNvSpPr>
          <p:nvPr>
            <p:ph idx="1"/>
          </p:nvPr>
        </p:nvSpPr>
        <p:spPr/>
        <p:txBody>
          <a:bodyPr/>
          <a:lstStyle/>
          <a:p>
            <a:pPr marL="342900" indent="-342900">
              <a:buFont typeface="+mj-lt"/>
              <a:buAutoNum type="arabicPeriod"/>
            </a:pPr>
            <a:r>
              <a:rPr lang="en-US" b="0" i="0" dirty="0">
                <a:solidFill>
                  <a:srgbClr val="3D4046"/>
                </a:solidFill>
                <a:effectLst/>
                <a:latin typeface="Lato" panose="020F0502020204030203" pitchFamily="34" charset="0"/>
              </a:rPr>
              <a:t>A 504 plan is covered under Section 504 of the Rehabilitation Act, which is a federal civil rights law that ensures an individual cannot be discriminated against due to their disability. </a:t>
            </a:r>
          </a:p>
          <a:p>
            <a:pPr marL="342900" indent="-342900">
              <a:buFont typeface="+mj-lt"/>
              <a:buAutoNum type="arabicPeriod"/>
            </a:pPr>
            <a:r>
              <a:rPr lang="en-US" b="0" i="0" dirty="0">
                <a:solidFill>
                  <a:srgbClr val="3D4046"/>
                </a:solidFill>
                <a:effectLst/>
                <a:latin typeface="Lato" panose="020F0502020204030203" pitchFamily="34" charset="0"/>
              </a:rPr>
              <a:t>These plans provide support and accommodations but do not include goals and objectives. </a:t>
            </a:r>
          </a:p>
          <a:p>
            <a:pPr marL="342900" indent="-342900">
              <a:buFont typeface="+mj-lt"/>
              <a:buAutoNum type="arabicPeriod"/>
            </a:pPr>
            <a:r>
              <a:rPr lang="en-US" b="0" i="0" dirty="0">
                <a:solidFill>
                  <a:srgbClr val="3D4046"/>
                </a:solidFill>
                <a:effectLst/>
                <a:latin typeface="Lato" panose="020F0502020204030203" pitchFamily="34" charset="0"/>
              </a:rPr>
              <a:t>504 plans are reviewed periodically based on need. </a:t>
            </a:r>
          </a:p>
          <a:p>
            <a:pPr marL="342900" indent="-342900">
              <a:buFont typeface="+mj-lt"/>
              <a:buAutoNum type="arabicPeriod"/>
            </a:pPr>
            <a:r>
              <a:rPr lang="en-US" b="0" i="0" dirty="0">
                <a:solidFill>
                  <a:srgbClr val="3D4046"/>
                </a:solidFill>
                <a:effectLst/>
                <a:latin typeface="Lato" panose="020F0502020204030203" pitchFamily="34" charset="0"/>
              </a:rPr>
              <a:t>The rule of thumb for most states is every three years (the only caveat is if the medical condition is no longer “substantially limiting one or more basic life functions or activities”), but parents have the right to request a meeting to discuss the plan more often if they feel the need.</a:t>
            </a:r>
            <a:endParaRPr lang="en-US" dirty="0"/>
          </a:p>
        </p:txBody>
      </p:sp>
    </p:spTree>
    <p:extLst>
      <p:ext uri="{BB962C8B-B14F-4D97-AF65-F5344CB8AC3E}">
        <p14:creationId xmlns:p14="http://schemas.microsoft.com/office/powerpoint/2010/main" val="38601763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3F395-4335-9BB7-1F83-91941BB196D5}"/>
              </a:ext>
            </a:extLst>
          </p:cNvPr>
          <p:cNvSpPr>
            <a:spLocks noGrp="1"/>
          </p:cNvSpPr>
          <p:nvPr>
            <p:ph type="title"/>
          </p:nvPr>
        </p:nvSpPr>
        <p:spPr/>
        <p:txBody>
          <a:bodyPr/>
          <a:lstStyle/>
          <a:p>
            <a:r>
              <a:rPr lang="en-US" dirty="0"/>
              <a:t>Who Needs a 504 Plan?</a:t>
            </a:r>
          </a:p>
        </p:txBody>
      </p:sp>
      <p:sp>
        <p:nvSpPr>
          <p:cNvPr id="3" name="Content Placeholder 2">
            <a:extLst>
              <a:ext uri="{FF2B5EF4-FFF2-40B4-BE49-F238E27FC236}">
                <a16:creationId xmlns:a16="http://schemas.microsoft.com/office/drawing/2014/main" id="{ABC2FF75-F935-85A0-FAEE-AE42F46ADB19}"/>
              </a:ext>
            </a:extLst>
          </p:cNvPr>
          <p:cNvSpPr>
            <a:spLocks noGrp="1"/>
          </p:cNvSpPr>
          <p:nvPr>
            <p:ph idx="1"/>
          </p:nvPr>
        </p:nvSpPr>
        <p:spPr/>
        <p:txBody>
          <a:bodyPr>
            <a:normAutofit/>
          </a:bodyPr>
          <a:lstStyle/>
          <a:p>
            <a:pPr algn="l"/>
            <a:r>
              <a:rPr lang="en-US" b="0" i="0" dirty="0">
                <a:solidFill>
                  <a:srgbClr val="3D4046"/>
                </a:solidFill>
                <a:effectLst/>
                <a:latin typeface="Lato" panose="020F0502020204030203" pitchFamily="34" charset="0"/>
              </a:rPr>
              <a:t>Section 504 broadly defines someone who qualifies for a 504 plan as an “individual with a disability … which substantially limits one or more of such person’s major life activities.” </a:t>
            </a:r>
          </a:p>
          <a:p>
            <a:pPr algn="l"/>
            <a:r>
              <a:rPr lang="en-US" b="0" i="0" dirty="0">
                <a:solidFill>
                  <a:srgbClr val="3D4046"/>
                </a:solidFill>
                <a:effectLst/>
                <a:latin typeface="Lato" panose="020F0502020204030203" pitchFamily="34" charset="0"/>
              </a:rPr>
              <a:t>Plans are often granted to students who may have medical needs or a disability that requires support but </a:t>
            </a:r>
            <a:r>
              <a:rPr lang="en-US" b="1" i="1" dirty="0">
                <a:solidFill>
                  <a:srgbClr val="3D4046"/>
                </a:solidFill>
                <a:effectLst/>
                <a:latin typeface="Lato" panose="020F0502020204030203" pitchFamily="34" charset="0"/>
              </a:rPr>
              <a:t>not</a:t>
            </a:r>
            <a:r>
              <a:rPr lang="en-US" b="0" i="0" dirty="0">
                <a:solidFill>
                  <a:srgbClr val="3D4046"/>
                </a:solidFill>
                <a:effectLst/>
                <a:latin typeface="Lato" panose="020F0502020204030203" pitchFamily="34" charset="0"/>
              </a:rPr>
              <a:t> specialized instruction. </a:t>
            </a:r>
          </a:p>
          <a:p>
            <a:pPr algn="l"/>
            <a:r>
              <a:rPr lang="en-US" b="0" i="0" dirty="0">
                <a:solidFill>
                  <a:srgbClr val="3D4046"/>
                </a:solidFill>
                <a:effectLst/>
                <a:latin typeface="Lato" panose="020F0502020204030203" pitchFamily="34" charset="0"/>
              </a:rPr>
              <a:t>Some students who don’t qualify for special education services through an IEP do qualify for services through a 504 plan. For example, a student may have a disability that carries into schoolwork and needs to use a word processor instead of handwriting assignments, but doesn’t benefit from strategic personalized instruction in an academic area. </a:t>
            </a:r>
          </a:p>
          <a:p>
            <a:endParaRPr lang="en-US" dirty="0"/>
          </a:p>
        </p:txBody>
      </p:sp>
    </p:spTree>
    <p:extLst>
      <p:ext uri="{BB962C8B-B14F-4D97-AF65-F5344CB8AC3E}">
        <p14:creationId xmlns:p14="http://schemas.microsoft.com/office/powerpoint/2010/main" val="38608644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C6686-56A4-AFF7-429E-848C864E7227}"/>
              </a:ext>
            </a:extLst>
          </p:cNvPr>
          <p:cNvSpPr>
            <a:spLocks noGrp="1"/>
          </p:cNvSpPr>
          <p:nvPr>
            <p:ph type="title"/>
          </p:nvPr>
        </p:nvSpPr>
        <p:spPr/>
        <p:txBody>
          <a:bodyPr/>
          <a:lstStyle/>
          <a:p>
            <a:r>
              <a:rPr lang="en-US" dirty="0"/>
              <a:t>What’s in my 504 Plan?</a:t>
            </a:r>
          </a:p>
        </p:txBody>
      </p:sp>
      <p:sp>
        <p:nvSpPr>
          <p:cNvPr id="3" name="Content Placeholder 2">
            <a:extLst>
              <a:ext uri="{FF2B5EF4-FFF2-40B4-BE49-F238E27FC236}">
                <a16:creationId xmlns:a16="http://schemas.microsoft.com/office/drawing/2014/main" id="{8CA022E9-1602-4AFF-F33C-9656C1780D10}"/>
              </a:ext>
            </a:extLst>
          </p:cNvPr>
          <p:cNvSpPr>
            <a:spLocks noGrp="1"/>
          </p:cNvSpPr>
          <p:nvPr>
            <p:ph idx="1"/>
          </p:nvPr>
        </p:nvSpPr>
        <p:spPr/>
        <p:txBody>
          <a:bodyPr/>
          <a:lstStyle/>
          <a:p>
            <a:r>
              <a:rPr lang="en-US" dirty="0"/>
              <a:t>Whatever you want!  There are very few limitations </a:t>
            </a:r>
          </a:p>
          <a:p>
            <a:r>
              <a:rPr lang="en-US" dirty="0">
                <a:solidFill>
                  <a:srgbClr val="3D4046"/>
                </a:solidFill>
                <a:latin typeface="Lato" panose="020F0502020204030203" pitchFamily="34" charset="0"/>
              </a:rPr>
              <a:t>S</a:t>
            </a:r>
            <a:r>
              <a:rPr lang="en-US" b="0" i="0" dirty="0">
                <a:solidFill>
                  <a:srgbClr val="3D4046"/>
                </a:solidFill>
                <a:effectLst/>
                <a:latin typeface="Lato" panose="020F0502020204030203" pitchFamily="34" charset="0"/>
              </a:rPr>
              <a:t>chools use 504 Plans to create personalized accommodations to address the needs of a child based on their disability. </a:t>
            </a:r>
          </a:p>
          <a:p>
            <a:r>
              <a:rPr lang="en-US" b="0" i="0" dirty="0">
                <a:solidFill>
                  <a:srgbClr val="3D4046"/>
                </a:solidFill>
                <a:effectLst/>
                <a:latin typeface="Lato" panose="020F0502020204030203" pitchFamily="34" charset="0"/>
              </a:rPr>
              <a:t>Accommodations can include:</a:t>
            </a:r>
          </a:p>
          <a:p>
            <a:pPr lvl="1"/>
            <a:r>
              <a:rPr lang="en-US" b="0" i="0" dirty="0">
                <a:solidFill>
                  <a:srgbClr val="3D4046"/>
                </a:solidFill>
                <a:effectLst/>
                <a:latin typeface="Lato" panose="020F0502020204030203" pitchFamily="34" charset="0"/>
              </a:rPr>
              <a:t>assistive technology</a:t>
            </a:r>
          </a:p>
          <a:p>
            <a:pPr lvl="1"/>
            <a:r>
              <a:rPr lang="en-US" b="0" i="0" dirty="0">
                <a:solidFill>
                  <a:srgbClr val="3D4046"/>
                </a:solidFill>
                <a:effectLst/>
                <a:latin typeface="Lato" panose="020F0502020204030203" pitchFamily="34" charset="0"/>
              </a:rPr>
              <a:t>preferential seating</a:t>
            </a:r>
          </a:p>
          <a:p>
            <a:pPr lvl="1"/>
            <a:r>
              <a:rPr lang="en-US" b="0" i="0" dirty="0">
                <a:solidFill>
                  <a:srgbClr val="3D4046"/>
                </a:solidFill>
                <a:effectLst/>
                <a:latin typeface="Lato" panose="020F0502020204030203" pitchFamily="34" charset="0"/>
              </a:rPr>
              <a:t>getting a written list of instructions</a:t>
            </a:r>
          </a:p>
          <a:p>
            <a:pPr lvl="1"/>
            <a:r>
              <a:rPr lang="en-US" b="0" i="0" dirty="0">
                <a:solidFill>
                  <a:srgbClr val="3D4046"/>
                </a:solidFill>
                <a:effectLst/>
                <a:latin typeface="Lato" panose="020F0502020204030203" pitchFamily="34" charset="0"/>
              </a:rPr>
              <a:t>receiving class notes prior to the lesson</a:t>
            </a:r>
          </a:p>
          <a:p>
            <a:pPr lvl="1"/>
            <a:r>
              <a:rPr lang="en-US" b="0" i="0" dirty="0">
                <a:solidFill>
                  <a:srgbClr val="3D4046"/>
                </a:solidFill>
                <a:effectLst/>
                <a:latin typeface="Lato" panose="020F0502020204030203" pitchFamily="34" charset="0"/>
              </a:rPr>
              <a:t>larger text</a:t>
            </a:r>
          </a:p>
          <a:p>
            <a:pPr lvl="1"/>
            <a:r>
              <a:rPr lang="en-US" dirty="0">
                <a:solidFill>
                  <a:srgbClr val="3D4046"/>
                </a:solidFill>
                <a:latin typeface="Lato" panose="020F0502020204030203" pitchFamily="34" charset="0"/>
              </a:rPr>
              <a:t>Emailing assignments home</a:t>
            </a:r>
            <a:endParaRPr lang="en-US" dirty="0"/>
          </a:p>
        </p:txBody>
      </p:sp>
    </p:spTree>
    <p:extLst>
      <p:ext uri="{BB962C8B-B14F-4D97-AF65-F5344CB8AC3E}">
        <p14:creationId xmlns:p14="http://schemas.microsoft.com/office/powerpoint/2010/main" val="20339447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5" name="Rectangle 2054">
            <a:extLst>
              <a:ext uri="{FF2B5EF4-FFF2-40B4-BE49-F238E27FC236}">
                <a16:creationId xmlns:a16="http://schemas.microsoft.com/office/drawing/2014/main" id="{A8E9C91B-7EAD-4562-AB0E-DFB9663AEC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2057" name="Rectangle 2056">
            <a:extLst>
              <a:ext uri="{FF2B5EF4-FFF2-40B4-BE49-F238E27FC236}">
                <a16:creationId xmlns:a16="http://schemas.microsoft.com/office/drawing/2014/main" id="{652BD35A-BC99-4831-A358-06E2CEB966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9" name="Rectangle 2058">
            <a:extLst>
              <a:ext uri="{FF2B5EF4-FFF2-40B4-BE49-F238E27FC236}">
                <a16:creationId xmlns:a16="http://schemas.microsoft.com/office/drawing/2014/main" id="{B76E24C1-2968-40DC-A36E-F6B85F0F07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2732" y="521208"/>
            <a:ext cx="11146536" cy="5815584"/>
          </a:xfrm>
          <a:prstGeom prst="rect">
            <a:avLst/>
          </a:prstGeom>
          <a:solidFill>
            <a:srgbClr val="FFFFFF"/>
          </a:solidFill>
          <a:ln w="69850">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What Is A 504 Plan And How Do You Get One For Your Child?">
            <a:extLst>
              <a:ext uri="{FF2B5EF4-FFF2-40B4-BE49-F238E27FC236}">
                <a16:creationId xmlns:a16="http://schemas.microsoft.com/office/drawing/2014/main" id="{B874E060-7DE2-51C8-1CD7-1FA3CBBF5B7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3312152" y="905933"/>
            <a:ext cx="5599699" cy="5039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96986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39E3965E-AC41-4711-9D10-E25ABB132D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033" name="Straight Connector 1032">
            <a:extLst>
              <a:ext uri="{FF2B5EF4-FFF2-40B4-BE49-F238E27FC236}">
                <a16:creationId xmlns:a16="http://schemas.microsoft.com/office/drawing/2014/main" id="{1F5DC8C3-BA5F-4EED-BB9A-A14272BD82A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1026" name="Picture 2" descr="What is Advocacy?">
            <a:extLst>
              <a:ext uri="{FF2B5EF4-FFF2-40B4-BE49-F238E27FC236}">
                <a16:creationId xmlns:a16="http://schemas.microsoft.com/office/drawing/2014/main" id="{81167F3A-6DA0-7DC8-F182-B8DE2AD278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443"/>
          <a:stretch>
            <a:fillRect/>
          </a:stretch>
        </p:blipFill>
        <p:spPr bwMode="auto">
          <a:xfrm>
            <a:off x="-32" y="10"/>
            <a:ext cx="12192031" cy="6857990"/>
          </a:xfrm>
          <a:prstGeom prst="rect">
            <a:avLst/>
          </a:prstGeom>
          <a:noFill/>
          <a:extLst>
            <a:ext uri="{909E8E84-426E-40DD-AFC4-6F175D3DCCD1}">
              <a14:hiddenFill xmlns:a14="http://schemas.microsoft.com/office/drawing/2010/main">
                <a:solidFill>
                  <a:srgbClr val="FFFFFF"/>
                </a:solidFill>
              </a14:hiddenFill>
            </a:ext>
          </a:extLst>
        </p:spPr>
      </p:pic>
      <p:sp>
        <p:nvSpPr>
          <p:cNvPr id="1035" name="Rectangle 1034">
            <a:extLst>
              <a:ext uri="{FF2B5EF4-FFF2-40B4-BE49-F238E27FC236}">
                <a16:creationId xmlns:a16="http://schemas.microsoft.com/office/drawing/2014/main" id="{DFD57664-637D-40CA-83F2-B729A932BD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07" y="4915076"/>
            <a:ext cx="12188952" cy="1942924"/>
          </a:xfrm>
          <a:prstGeom prst="rect">
            <a:avLst/>
          </a:prstGeom>
          <a:gradFill>
            <a:gsLst>
              <a:gs pos="43000">
                <a:schemeClr val="tx1">
                  <a:alpha val="20000"/>
                </a:schemeClr>
              </a:gs>
              <a:gs pos="0">
                <a:schemeClr val="tx1">
                  <a:alpha val="0"/>
                </a:schemeClr>
              </a:gs>
              <a:gs pos="100000">
                <a:schemeClr val="tx1">
                  <a:alpha val="3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02EB1C3-EE96-7BAE-3080-98322488F9A1}"/>
              </a:ext>
            </a:extLst>
          </p:cNvPr>
          <p:cNvSpPr>
            <a:spLocks noGrp="1"/>
          </p:cNvSpPr>
          <p:nvPr>
            <p:ph type="title"/>
          </p:nvPr>
        </p:nvSpPr>
        <p:spPr>
          <a:xfrm>
            <a:off x="828675" y="5120639"/>
            <a:ext cx="7137263" cy="1280161"/>
          </a:xfrm>
        </p:spPr>
        <p:txBody>
          <a:bodyPr vert="horz" lIns="91440" tIns="45720" rIns="91440" bIns="45720" rtlCol="0" anchor="ctr">
            <a:normAutofit/>
          </a:bodyPr>
          <a:lstStyle/>
          <a:p>
            <a:pPr algn="r"/>
            <a:r>
              <a:rPr lang="en-US" sz="4800">
                <a:solidFill>
                  <a:srgbClr val="FFFFFF"/>
                </a:solidFill>
              </a:rPr>
              <a:t> </a:t>
            </a:r>
          </a:p>
        </p:txBody>
      </p:sp>
      <p:sp>
        <p:nvSpPr>
          <p:cNvPr id="3" name="Content Placeholder 2">
            <a:extLst>
              <a:ext uri="{FF2B5EF4-FFF2-40B4-BE49-F238E27FC236}">
                <a16:creationId xmlns:a16="http://schemas.microsoft.com/office/drawing/2014/main" id="{2FD39823-F5C2-26E1-185D-37A59C0CBDF6}"/>
              </a:ext>
            </a:extLst>
          </p:cNvPr>
          <p:cNvSpPr>
            <a:spLocks noGrp="1"/>
          </p:cNvSpPr>
          <p:nvPr>
            <p:ph idx="1"/>
          </p:nvPr>
        </p:nvSpPr>
        <p:spPr>
          <a:xfrm>
            <a:off x="8289580" y="5120639"/>
            <a:ext cx="3073745" cy="1280160"/>
          </a:xfrm>
        </p:spPr>
        <p:txBody>
          <a:bodyPr vert="horz" lIns="91440" tIns="45720" rIns="91440" bIns="45720" rtlCol="0" anchor="ctr">
            <a:normAutofit/>
          </a:bodyPr>
          <a:lstStyle/>
          <a:p>
            <a:pPr marL="0" indent="0">
              <a:lnSpc>
                <a:spcPct val="100000"/>
              </a:lnSpc>
              <a:buNone/>
            </a:pPr>
            <a:r>
              <a:rPr lang="en-US" sz="1500" cap="all" spc="200">
                <a:solidFill>
                  <a:srgbClr val="FFFFFF"/>
                </a:solidFill>
              </a:rPr>
              <a:t> </a:t>
            </a:r>
          </a:p>
        </p:txBody>
      </p:sp>
      <p:cxnSp>
        <p:nvCxnSpPr>
          <p:cNvPr id="1037" name="Straight Connector 1036">
            <a:extLst>
              <a:ext uri="{FF2B5EF4-FFF2-40B4-BE49-F238E27FC236}">
                <a16:creationId xmlns:a16="http://schemas.microsoft.com/office/drawing/2014/main" id="{D5B557D3-D7B4-404B-84A1-9BD182BE5B0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rot="16200000">
            <a:off x="7532813" y="5760720"/>
            <a:ext cx="118872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4155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64" name="Rectangle 2063">
            <a:extLst>
              <a:ext uri="{FF2B5EF4-FFF2-40B4-BE49-F238E27FC236}">
                <a16:creationId xmlns:a16="http://schemas.microsoft.com/office/drawing/2014/main" id="{0AB6E427-3F73-4C06-A5D5-AE52C3883B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2066" name="Rectangle 2065">
            <a:extLst>
              <a:ext uri="{FF2B5EF4-FFF2-40B4-BE49-F238E27FC236}">
                <a16:creationId xmlns:a16="http://schemas.microsoft.com/office/drawing/2014/main" id="{D8C9BDAA-0390-4B39-9B5C-BC95E5120D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9919" cy="6858000"/>
          </a:xfrm>
          <a:prstGeom prst="rect">
            <a:avLst/>
          </a:prstGeom>
          <a:solidFill>
            <a:srgbClr val="826639"/>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969E2E8F-0FC7-FE16-8C4A-21D77CB05A67}"/>
              </a:ext>
            </a:extLst>
          </p:cNvPr>
          <p:cNvSpPr>
            <a:spLocks noGrp="1"/>
          </p:cNvSpPr>
          <p:nvPr>
            <p:ph type="title"/>
          </p:nvPr>
        </p:nvSpPr>
        <p:spPr>
          <a:xfrm>
            <a:off x="492370" y="516836"/>
            <a:ext cx="3084844" cy="1961086"/>
          </a:xfrm>
        </p:spPr>
        <p:txBody>
          <a:bodyPr>
            <a:normAutofit/>
          </a:bodyPr>
          <a:lstStyle/>
          <a:p>
            <a:r>
              <a:rPr lang="en-US" sz="4000">
                <a:solidFill>
                  <a:srgbClr val="FFFFFF"/>
                </a:solidFill>
              </a:rPr>
              <a:t>Find your Super-Friends</a:t>
            </a:r>
          </a:p>
        </p:txBody>
      </p:sp>
      <p:cxnSp>
        <p:nvCxnSpPr>
          <p:cNvPr id="2068" name="Straight Connector 2067">
            <a:extLst>
              <a:ext uri="{FF2B5EF4-FFF2-40B4-BE49-F238E27FC236}">
                <a16:creationId xmlns:a16="http://schemas.microsoft.com/office/drawing/2014/main" id="{E04A321A-A039-4720-87B4-66A4210E0D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1752" y="2638787"/>
            <a:ext cx="27432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C87E098-DEC7-5456-29BF-3B51DF8D06EB}"/>
              </a:ext>
            </a:extLst>
          </p:cNvPr>
          <p:cNvSpPr>
            <a:spLocks noGrp="1"/>
          </p:cNvSpPr>
          <p:nvPr>
            <p:ph idx="1"/>
          </p:nvPr>
        </p:nvSpPr>
        <p:spPr>
          <a:xfrm>
            <a:off x="571752" y="2799654"/>
            <a:ext cx="3005462" cy="3189665"/>
          </a:xfrm>
        </p:spPr>
        <p:txBody>
          <a:bodyPr>
            <a:normAutofit/>
          </a:bodyPr>
          <a:lstStyle/>
          <a:p>
            <a:r>
              <a:rPr lang="en-US">
                <a:solidFill>
                  <a:srgbClr val="FFFFFF"/>
                </a:solidFill>
              </a:rPr>
              <a:t>Psychologist/Therapist</a:t>
            </a:r>
          </a:p>
          <a:p>
            <a:r>
              <a:rPr lang="en-US">
                <a:solidFill>
                  <a:srgbClr val="FFFFFF"/>
                </a:solidFill>
              </a:rPr>
              <a:t>Psychiatrist/PCP</a:t>
            </a:r>
          </a:p>
          <a:p>
            <a:r>
              <a:rPr lang="en-US">
                <a:solidFill>
                  <a:srgbClr val="FFFFFF"/>
                </a:solidFill>
              </a:rPr>
              <a:t>Advocate</a:t>
            </a:r>
          </a:p>
          <a:p>
            <a:r>
              <a:rPr lang="en-US">
                <a:solidFill>
                  <a:srgbClr val="FFFFFF"/>
                </a:solidFill>
              </a:rPr>
              <a:t>Documentation</a:t>
            </a:r>
          </a:p>
          <a:p>
            <a:r>
              <a:rPr lang="en-US">
                <a:solidFill>
                  <a:srgbClr val="FFFFFF"/>
                </a:solidFill>
              </a:rPr>
              <a:t>Your kid?</a:t>
            </a:r>
          </a:p>
          <a:p>
            <a:r>
              <a:rPr lang="en-US">
                <a:solidFill>
                  <a:srgbClr val="FFFFFF"/>
                </a:solidFill>
              </a:rPr>
              <a:t>Lawyer?</a:t>
            </a:r>
          </a:p>
        </p:txBody>
      </p:sp>
      <p:pic>
        <p:nvPicPr>
          <p:cNvPr id="2050" name="Picture 2" descr="Child Study Team | Regional Day School">
            <a:extLst>
              <a:ext uri="{FF2B5EF4-FFF2-40B4-BE49-F238E27FC236}">
                <a16:creationId xmlns:a16="http://schemas.microsoft.com/office/drawing/2014/main" id="{66776590-2B8D-A2B6-C785-4E3714C9E3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389" r="1098" b="2"/>
          <a:stretch>
            <a:fillRect/>
          </a:stretch>
        </p:blipFill>
        <p:spPr bwMode="auto">
          <a:xfrm>
            <a:off x="4742017" y="814754"/>
            <a:ext cx="6798082" cy="52284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28546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8C4EF-92F0-DB97-9747-4531D5F97EB4}"/>
              </a:ext>
            </a:extLst>
          </p:cNvPr>
          <p:cNvSpPr>
            <a:spLocks noGrp="1"/>
          </p:cNvSpPr>
          <p:nvPr>
            <p:ph type="title"/>
          </p:nvPr>
        </p:nvSpPr>
        <p:spPr/>
        <p:txBody>
          <a:bodyPr/>
          <a:lstStyle/>
          <a:p>
            <a:r>
              <a:rPr lang="en-US" dirty="0"/>
              <a:t>Common Complaints</a:t>
            </a:r>
          </a:p>
        </p:txBody>
      </p:sp>
      <p:sp>
        <p:nvSpPr>
          <p:cNvPr id="3" name="Content Placeholder 2">
            <a:extLst>
              <a:ext uri="{FF2B5EF4-FFF2-40B4-BE49-F238E27FC236}">
                <a16:creationId xmlns:a16="http://schemas.microsoft.com/office/drawing/2014/main" id="{D80E6431-074F-F883-EE02-7F1906006844}"/>
              </a:ext>
            </a:extLst>
          </p:cNvPr>
          <p:cNvSpPr>
            <a:spLocks noGrp="1"/>
          </p:cNvSpPr>
          <p:nvPr>
            <p:ph idx="1"/>
          </p:nvPr>
        </p:nvSpPr>
        <p:spPr/>
        <p:txBody>
          <a:bodyPr/>
          <a:lstStyle/>
          <a:p>
            <a:r>
              <a:rPr lang="en-US" dirty="0"/>
              <a:t>1.  This kid can’t be gifted – they’re getting terrible grades!  </a:t>
            </a:r>
            <a:r>
              <a:rPr lang="en-US" b="1" u="sng" dirty="0"/>
              <a:t>(Not all gifted kids get good grades)</a:t>
            </a:r>
          </a:p>
          <a:p>
            <a:r>
              <a:rPr lang="en-US" dirty="0"/>
              <a:t>2.  This kid needs to get their behavior under control before we let them into the gifted program</a:t>
            </a:r>
          </a:p>
          <a:p>
            <a:pPr lvl="1"/>
            <a:r>
              <a:rPr lang="en-US" dirty="0"/>
              <a:t>A. Behavior cannot be a disqualifying factor in GATE acceptance</a:t>
            </a:r>
          </a:p>
          <a:p>
            <a:pPr lvl="1"/>
            <a:r>
              <a:rPr lang="en-US" dirty="0"/>
              <a:t>B. Many kids have better behavior when they are in GATE classes because they’re being challenged</a:t>
            </a:r>
          </a:p>
          <a:p>
            <a:r>
              <a:rPr lang="en-US" dirty="0"/>
              <a:t>3. Let’s get the ADHD/Autism/Dysgraphia under control FIRST, and then…</a:t>
            </a:r>
          </a:p>
          <a:p>
            <a:pPr lvl="1"/>
            <a:r>
              <a:rPr lang="en-US" dirty="0"/>
              <a:t>A.  This is an ableist mindset – neurodivergence is about accepting the whole child </a:t>
            </a:r>
          </a:p>
          <a:p>
            <a:pPr lvl="1"/>
            <a:r>
              <a:rPr lang="en-US" dirty="0"/>
              <a:t>B.  If you want to motivate behavior change, you need to give kids a reason </a:t>
            </a:r>
          </a:p>
          <a:p>
            <a:r>
              <a:rPr lang="en-US" dirty="0"/>
              <a:t>4. Our Gifted program is “All or nothing” – not true, kids are allowed to engage in whatever parts they qualify for </a:t>
            </a:r>
          </a:p>
        </p:txBody>
      </p:sp>
    </p:spTree>
    <p:extLst>
      <p:ext uri="{BB962C8B-B14F-4D97-AF65-F5344CB8AC3E}">
        <p14:creationId xmlns:p14="http://schemas.microsoft.com/office/powerpoint/2010/main" val="3212406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9">
            <a:extLst>
              <a:ext uri="{FF2B5EF4-FFF2-40B4-BE49-F238E27FC236}">
                <a16:creationId xmlns:a16="http://schemas.microsoft.com/office/drawing/2014/main" id="{EE1530B0-6F96-46C0-8B3E-3215CB756B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7" name="Rectangle 11">
            <a:extLst>
              <a:ext uri="{FF2B5EF4-FFF2-40B4-BE49-F238E27FC236}">
                <a16:creationId xmlns:a16="http://schemas.microsoft.com/office/drawing/2014/main" id="{754910CF-1B56-45D3-960A-E89F7B3B91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971B2073-8461-49C2-9055-FBE606C44E07}"/>
              </a:ext>
            </a:extLst>
          </p:cNvPr>
          <p:cNvSpPr>
            <a:spLocks noGrp="1"/>
          </p:cNvSpPr>
          <p:nvPr>
            <p:ph type="title"/>
          </p:nvPr>
        </p:nvSpPr>
        <p:spPr>
          <a:xfrm>
            <a:off x="492370" y="516835"/>
            <a:ext cx="3084844" cy="5772840"/>
          </a:xfrm>
        </p:spPr>
        <p:txBody>
          <a:bodyPr anchor="ctr">
            <a:normAutofit/>
          </a:bodyPr>
          <a:lstStyle/>
          <a:p>
            <a:r>
              <a:rPr lang="en-US" sz="3600">
                <a:solidFill>
                  <a:schemeClr val="bg1"/>
                </a:solidFill>
              </a:rPr>
              <a:t>Advocacy 101</a:t>
            </a:r>
          </a:p>
        </p:txBody>
      </p:sp>
      <p:graphicFrame>
        <p:nvGraphicFramePr>
          <p:cNvPr id="18" name="Content Placeholder 2">
            <a:extLst>
              <a:ext uri="{FF2B5EF4-FFF2-40B4-BE49-F238E27FC236}">
                <a16:creationId xmlns:a16="http://schemas.microsoft.com/office/drawing/2014/main" id="{E5C07052-8D44-480F-8F7C-44679DDD4C18}"/>
              </a:ext>
            </a:extLst>
          </p:cNvPr>
          <p:cNvGraphicFramePr>
            <a:graphicFrameLocks noGrp="1"/>
          </p:cNvGraphicFramePr>
          <p:nvPr>
            <p:ph idx="1"/>
            <p:extLst>
              <p:ext uri="{D42A27DB-BD31-4B8C-83A1-F6EECF244321}">
                <p14:modId xmlns:p14="http://schemas.microsoft.com/office/powerpoint/2010/main" val="830625857"/>
              </p:ext>
            </p:extLst>
          </p:nvPr>
        </p:nvGraphicFramePr>
        <p:xfrm>
          <a:off x="4741863" y="639763"/>
          <a:ext cx="6797675" cy="5649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16781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9AED1-BD35-62E2-D593-B42B4D7DEB9A}"/>
              </a:ext>
            </a:extLst>
          </p:cNvPr>
          <p:cNvSpPr>
            <a:spLocks noGrp="1"/>
          </p:cNvSpPr>
          <p:nvPr>
            <p:ph type="title"/>
          </p:nvPr>
        </p:nvSpPr>
        <p:spPr/>
        <p:txBody>
          <a:bodyPr/>
          <a:lstStyle/>
          <a:p>
            <a:r>
              <a:rPr lang="en-US" dirty="0"/>
              <a:t>Resources</a:t>
            </a:r>
          </a:p>
        </p:txBody>
      </p:sp>
      <p:sp>
        <p:nvSpPr>
          <p:cNvPr id="3" name="Content Placeholder 2">
            <a:extLst>
              <a:ext uri="{FF2B5EF4-FFF2-40B4-BE49-F238E27FC236}">
                <a16:creationId xmlns:a16="http://schemas.microsoft.com/office/drawing/2014/main" id="{E5FE6485-142A-DC24-1794-FECCBC68DAD8}"/>
              </a:ext>
            </a:extLst>
          </p:cNvPr>
          <p:cNvSpPr>
            <a:spLocks noGrp="1"/>
          </p:cNvSpPr>
          <p:nvPr>
            <p:ph idx="1"/>
          </p:nvPr>
        </p:nvSpPr>
        <p:spPr>
          <a:xfrm>
            <a:off x="1097279" y="2108201"/>
            <a:ext cx="10415847" cy="3760891"/>
          </a:xfrm>
        </p:spPr>
        <p:txBody>
          <a:bodyPr/>
          <a:lstStyle/>
          <a:p>
            <a:r>
              <a:rPr lang="en-US" dirty="0">
                <a:hlinkClick r:id="rId2"/>
              </a:rPr>
              <a:t>https://peatc.org/wp-content/uploads/2020/12/How-to-Prepare-for-Your-Childs-IEP-Meeting.pdf</a:t>
            </a:r>
            <a:endParaRPr lang="en-US" dirty="0"/>
          </a:p>
          <a:p>
            <a:r>
              <a:rPr lang="en-US" dirty="0">
                <a:hlinkClick r:id="rId3"/>
              </a:rPr>
              <a:t>https://www.parentcenterhub.org/meetings/</a:t>
            </a:r>
            <a:endParaRPr lang="en-US" dirty="0"/>
          </a:p>
          <a:p>
            <a:r>
              <a:rPr lang="en-US" dirty="0">
                <a:hlinkClick r:id="rId4"/>
              </a:rPr>
              <a:t>https://www.ed.gov/sites/ed/files/policy/speced/guid/idea/tb-iep-meetings.pdf</a:t>
            </a:r>
            <a:endParaRPr lang="en-US" dirty="0"/>
          </a:p>
          <a:p>
            <a:r>
              <a:rPr lang="en-US" dirty="0">
                <a:hlinkClick r:id="rId5"/>
              </a:rPr>
              <a:t>https://undivided.io/resources/preparing-for-your-first-iep-elementary-1234</a:t>
            </a:r>
            <a:endParaRPr lang="en-US" dirty="0"/>
          </a:p>
          <a:p>
            <a:r>
              <a:rPr lang="en-US" dirty="0">
                <a:hlinkClick r:id="rId6"/>
              </a:rPr>
              <a:t>https://www.pattan.net/getmedia/ba6f35f7-42f6-4915-941e-60862e6a8241/TDR_42PrepIEPMtg0415</a:t>
            </a:r>
            <a:endParaRPr lang="en-US" dirty="0"/>
          </a:p>
          <a:p>
            <a:endParaRPr lang="en-US" dirty="0"/>
          </a:p>
        </p:txBody>
      </p:sp>
    </p:spTree>
    <p:extLst>
      <p:ext uri="{BB962C8B-B14F-4D97-AF65-F5344CB8AC3E}">
        <p14:creationId xmlns:p14="http://schemas.microsoft.com/office/powerpoint/2010/main" val="32293686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628DF-1449-F50F-7143-1279CDB67D37}"/>
              </a:ext>
            </a:extLst>
          </p:cNvPr>
          <p:cNvSpPr>
            <a:spLocks noGrp="1"/>
          </p:cNvSpPr>
          <p:nvPr>
            <p:ph type="title"/>
          </p:nvPr>
        </p:nvSpPr>
        <p:spPr/>
        <p:txBody>
          <a:bodyPr/>
          <a:lstStyle/>
          <a:p>
            <a:r>
              <a:rPr lang="en-US" dirty="0"/>
              <a:t>Questions?</a:t>
            </a:r>
          </a:p>
        </p:txBody>
      </p:sp>
      <p:sp>
        <p:nvSpPr>
          <p:cNvPr id="3" name="Content Placeholder 2">
            <a:extLst>
              <a:ext uri="{FF2B5EF4-FFF2-40B4-BE49-F238E27FC236}">
                <a16:creationId xmlns:a16="http://schemas.microsoft.com/office/drawing/2014/main" id="{E3A4A7B1-2DEB-DA8E-9E7A-3E273E2A3C57}"/>
              </a:ext>
            </a:extLst>
          </p:cNvPr>
          <p:cNvSpPr>
            <a:spLocks noGrp="1"/>
          </p:cNvSpPr>
          <p:nvPr>
            <p:ph idx="1"/>
          </p:nvPr>
        </p:nvSpPr>
        <p:spPr/>
        <p:txBody>
          <a:bodyPr/>
          <a:lstStyle/>
          <a:p>
            <a:r>
              <a:rPr lang="en-US" dirty="0"/>
              <a:t>Email:  </a:t>
            </a:r>
            <a:r>
              <a:rPr lang="en-US" dirty="0">
                <a:hlinkClick r:id="rId2"/>
              </a:rPr>
              <a:t>drmatt@theneurodiversitycollective.com</a:t>
            </a:r>
            <a:endParaRPr lang="en-US" dirty="0"/>
          </a:p>
          <a:p>
            <a:r>
              <a:rPr lang="en-US" dirty="0"/>
              <a:t>Facebook:  </a:t>
            </a:r>
            <a:r>
              <a:rPr lang="en-US" dirty="0">
                <a:hlinkClick r:id="rId3"/>
              </a:rPr>
              <a:t>www.facebook.com/drmattzakreski</a:t>
            </a:r>
            <a:endParaRPr lang="en-US" dirty="0"/>
          </a:p>
          <a:p>
            <a:r>
              <a:rPr lang="en-US" dirty="0"/>
              <a:t>Website:  </a:t>
            </a:r>
            <a:r>
              <a:rPr lang="en-US" dirty="0">
                <a:hlinkClick r:id="rId4"/>
              </a:rPr>
              <a:t>www.theneurodiversitycollective.com</a:t>
            </a:r>
            <a:r>
              <a:rPr lang="en-US" dirty="0"/>
              <a:t> </a:t>
            </a:r>
          </a:p>
        </p:txBody>
      </p:sp>
    </p:spTree>
    <p:extLst>
      <p:ext uri="{BB962C8B-B14F-4D97-AF65-F5344CB8AC3E}">
        <p14:creationId xmlns:p14="http://schemas.microsoft.com/office/powerpoint/2010/main" val="298624484"/>
      </p:ext>
    </p:extLst>
  </p:cSld>
  <p:clrMapOvr>
    <a:masterClrMapping/>
  </p:clrMapOvr>
</p:sld>
</file>

<file path=ppt/theme/theme1.xml><?xml version="1.0" encoding="utf-8"?>
<a:theme xmlns:a="http://schemas.openxmlformats.org/drawingml/2006/main" name="RetrospectVTI">
  <a:themeElements>
    <a:clrScheme name="">
      <a:dk1>
        <a:srgbClr val="000000"/>
      </a:dk1>
      <a:lt1>
        <a:srgbClr val="FFFFFF"/>
      </a:lt1>
      <a:dk2>
        <a:srgbClr val="242F41"/>
      </a:dk2>
      <a:lt2>
        <a:srgbClr val="E3E8E2"/>
      </a:lt2>
      <a:accent1>
        <a:srgbClr val="DD70EC"/>
      </a:accent1>
      <a:accent2>
        <a:srgbClr val="E851BB"/>
      </a:accent2>
      <a:accent3>
        <a:srgbClr val="EC7094"/>
      </a:accent3>
      <a:accent4>
        <a:srgbClr val="E86451"/>
      </a:accent4>
      <a:accent5>
        <a:srgbClr val="E3912E"/>
      </a:accent5>
      <a:accent6>
        <a:srgbClr val="ABA73C"/>
      </a:accent6>
      <a:hlink>
        <a:srgbClr val="5C8D56"/>
      </a:hlink>
      <a:folHlink>
        <a:srgbClr val="7F7F7F"/>
      </a:folHlink>
    </a:clrScheme>
    <a:fontScheme name="Retrospect">
      <a:majorFont>
        <a:latin typeface="Bembo"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Nova Light"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5673EAC10636049B0800E749C6308F8" ma:contentTypeVersion="2" ma:contentTypeDescription="Create a new document." ma:contentTypeScope="" ma:versionID="ba75e79fa00052361b8e00dfa677ccc2">
  <xsd:schema xmlns:xsd="http://www.w3.org/2001/XMLSchema" xmlns:xs="http://www.w3.org/2001/XMLSchema" xmlns:p="http://schemas.microsoft.com/office/2006/metadata/properties" xmlns:ns3="74c645d9-9bd1-4cfb-be46-5a03aaa42c34" targetNamespace="http://schemas.microsoft.com/office/2006/metadata/properties" ma:root="true" ma:fieldsID="8e8bb2311d85ae3d4795fd683491d6e9" ns3:_="">
    <xsd:import namespace="74c645d9-9bd1-4cfb-be46-5a03aaa42c34"/>
    <xsd:element name="properties">
      <xsd:complexType>
        <xsd:sequence>
          <xsd:element name="documentManagement">
            <xsd:complexType>
              <xsd:all>
                <xsd:element ref="ns3:MediaServiceMetadata" minOccurs="0"/>
                <xsd:element ref="ns3: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4c645d9-9bd1-4cfb-be46-5a03aaa42c3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76FD04D-B36E-46E1-B3B7-02DA1356D17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4c645d9-9bd1-4cfb-be46-5a03aaa42c3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9D93AAD-A329-45C3-AC84-B8C7FA0A8CB8}">
  <ds:schemaRefs>
    <ds:schemaRef ds:uri="http://schemas.microsoft.com/sharepoint/v3/contenttype/forms"/>
  </ds:schemaRefs>
</ds:datastoreItem>
</file>

<file path=customXml/itemProps3.xml><?xml version="1.0" encoding="utf-8"?>
<ds:datastoreItem xmlns:ds="http://schemas.openxmlformats.org/officeDocument/2006/customXml" ds:itemID="{B4331963-BF2A-4AA8-807F-62B1751F415C}">
  <ds:schemaRefs>
    <ds:schemaRef ds:uri="74c645d9-9bd1-4cfb-be46-5a03aaa42c34"/>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83</TotalTime>
  <Words>2175</Words>
  <Application>Microsoft Macintosh PowerPoint</Application>
  <PresentationFormat>Widescreen</PresentationFormat>
  <Paragraphs>223</Paragraphs>
  <Slides>40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40</vt:i4>
      </vt:variant>
    </vt:vector>
  </HeadingPairs>
  <TitlesOfParts>
    <vt:vector size="46" baseType="lpstr">
      <vt:lpstr>Arial</vt:lpstr>
      <vt:lpstr>Arial Nova Light</vt:lpstr>
      <vt:lpstr>Bembo</vt:lpstr>
      <vt:lpstr>Calibri</vt:lpstr>
      <vt:lpstr>Lato</vt:lpstr>
      <vt:lpstr>RetrospectVTI</vt:lpstr>
      <vt:lpstr>Why Gifted Education Matters (and what to do about it)</vt:lpstr>
      <vt:lpstr>Our Goals for Today</vt:lpstr>
      <vt:lpstr>Important Caveats </vt:lpstr>
      <vt:lpstr>Definition</vt:lpstr>
      <vt:lpstr>Giftedness is a distinct neurological profile</vt:lpstr>
      <vt:lpstr>   </vt:lpstr>
      <vt:lpstr> </vt:lpstr>
      <vt:lpstr>Gifted Education is Special Education</vt:lpstr>
      <vt:lpstr> </vt:lpstr>
      <vt:lpstr>Gifted Education</vt:lpstr>
      <vt:lpstr>Good Gifted Instruction</vt:lpstr>
      <vt:lpstr>Teaching Techniques</vt:lpstr>
      <vt:lpstr>How this impacts schools</vt:lpstr>
      <vt:lpstr>At school</vt:lpstr>
      <vt:lpstr>How to Reach Gifted Students</vt:lpstr>
      <vt:lpstr> </vt:lpstr>
      <vt:lpstr>Therapeutic Supports </vt:lpstr>
      <vt:lpstr>PowerPoint Presentation</vt:lpstr>
      <vt:lpstr>IEP Team</vt:lpstr>
      <vt:lpstr>G-IEP</vt:lpstr>
      <vt:lpstr>Why do I need an IEP/GIEP?</vt:lpstr>
      <vt:lpstr>How do I make this happen?</vt:lpstr>
      <vt:lpstr>Chapter 16</vt:lpstr>
      <vt:lpstr>Gifted in the Regular Classroom</vt:lpstr>
      <vt:lpstr>Four Main G-IEP Sections</vt:lpstr>
      <vt:lpstr>What about 2e?</vt:lpstr>
      <vt:lpstr>Types of 2E</vt:lpstr>
      <vt:lpstr>Things to be aware of</vt:lpstr>
      <vt:lpstr>If you disagree</vt:lpstr>
      <vt:lpstr> </vt:lpstr>
      <vt:lpstr>504 Plan</vt:lpstr>
      <vt:lpstr>Who Needs a 504 Plan?</vt:lpstr>
      <vt:lpstr>What’s in my 504 Plan?</vt:lpstr>
      <vt:lpstr>PowerPoint Presentation</vt:lpstr>
      <vt:lpstr> </vt:lpstr>
      <vt:lpstr>Find your Super-Friends</vt:lpstr>
      <vt:lpstr>Common Complaints</vt:lpstr>
      <vt:lpstr>Advocacy 101</vt:lpstr>
      <vt:lpstr>Resources</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Why Gifted Education Matters (and what to do about it)</dc:title>
  <dc:creator>Matthew Zakreski</dc:creator>
  <cp:lastModifiedBy>Matthew J. Zakreski</cp:lastModifiedBy>
  <cp:revision>6</cp:revision>
  <dcterms:created xsi:type="dcterms:W3CDTF">2019-10-03T13:57:52Z</dcterms:created>
  <dcterms:modified xsi:type="dcterms:W3CDTF">2025-05-19T15:55:28Z</dcterms:modified>
</cp:coreProperties>
</file>